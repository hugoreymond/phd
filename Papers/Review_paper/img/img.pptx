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0" r:id="rId4"/>
    <p:sldId id="266" r:id="rId5"/>
    <p:sldId id="267" r:id="rId6"/>
    <p:sldId id="256" r:id="rId7"/>
    <p:sldId id="257" r:id="rId8"/>
    <p:sldId id="264" r:id="rId9"/>
    <p:sldId id="261" r:id="rId10"/>
    <p:sldId id="265" r:id="rId11"/>
    <p:sldId id="271" r:id="rId12"/>
    <p:sldId id="272" r:id="rId13"/>
    <p:sldId id="268" r:id="rId14"/>
    <p:sldId id="269" r:id="rId15"/>
    <p:sldId id="274" r:id="rId16"/>
    <p:sldId id="270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6C4AE86-FC15-4A14-89A6-FC3FF7ED7193}">
          <p14:sldIdLst>
            <p14:sldId id="262"/>
            <p14:sldId id="259"/>
            <p14:sldId id="260"/>
            <p14:sldId id="266"/>
            <p14:sldId id="267"/>
            <p14:sldId id="256"/>
            <p14:sldId id="257"/>
            <p14:sldId id="264"/>
            <p14:sldId id="261"/>
            <p14:sldId id="265"/>
            <p14:sldId id="271"/>
            <p14:sldId id="272"/>
            <p14:sldId id="268"/>
            <p14:sldId id="269"/>
            <p14:sldId id="274"/>
          </p14:sldIdLst>
        </p14:section>
        <p14:section name="Untitled Section" id="{2A6305C9-9900-4147-8B21-136084D7DFF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EFA3"/>
    <a:srgbClr val="7F8FAF"/>
    <a:srgbClr val="FFEAE5"/>
    <a:srgbClr val="FF3300"/>
    <a:srgbClr val="104862"/>
    <a:srgbClr val="8AAFC0"/>
    <a:srgbClr val="0066CC"/>
    <a:srgbClr val="0000FF"/>
    <a:srgbClr val="E2E3FE"/>
    <a:srgbClr val="BED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28800" cy="18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13E9-A801-BF27-761E-F4D644303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3FBAC-4FB5-EAE5-6D2F-E3BB4CA1A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5B1D2-1F97-D407-8610-1E2E88B20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FB6B7-BA57-4F66-8473-1EDF9028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DAEF5-CB5A-140B-3FA5-E5DECA3D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8280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0426-169D-B40E-450F-225B5B10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CB956-1ADD-38B7-0162-92895A928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965C2-E698-C6A4-5E11-8D558474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D9300-E140-3489-66B8-7DD0A2165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96348-1527-772F-262B-3EBCF4F0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794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4737-6046-55FB-10FF-138DE5F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A6713-24DB-2549-A2A2-4D96F9CAA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EE17C-5B21-FFF5-DEF8-68ECC46F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C6BD-93E8-D110-D0C9-CCA59FF8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E9A35-033D-C63A-C59B-7C6B94E6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4135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5B9A-5CA6-1921-50B1-9309A066F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1DD69-E668-859D-EDD6-7FAA8D36B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F8CEE-DED9-44A2-8D04-2457ED3B4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CBAF4-ECFB-1F7F-E104-C5C382A6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2EFC7-8573-5DE1-3EF2-271B6018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99234-C918-1545-217F-CF9537A3A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76689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0670-26CB-BEB9-4819-761588C0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AF71B-7F92-11FB-680F-40FD17490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5BEB-C282-917C-22AA-6469EE767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F9DD72-ACD1-C295-39A8-4CCEC392C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8F7E7-4E19-83AA-A344-3D306D0A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00CC2-A954-BEE7-2825-6BD7E070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34706-B955-514C-C24B-4E6BB6FB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58858-4316-3133-523C-16812BFE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584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EE04-1116-3A2C-6778-EC8312C5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6F49BA-609D-E4E2-0669-ADD67264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A083D-D9B0-C288-FF9F-33002CFD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47B06-6C61-1A77-D9C9-A7E49395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043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F2B6B-14B2-D953-304A-3BE096EC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52140-8192-77F3-9EF1-EA1705D0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11468-5D22-38C4-20C6-D482493A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4711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9814-1B0F-31A9-0D7B-B91741ACC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0E156-2F57-7D8C-F3B0-9F41D77F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B3E0C-548B-0E3D-A12F-527D77AA6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8652F-1610-5D60-F729-1BD0085B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72C4-1772-A060-1A58-02C52CD8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C15A-83CA-1299-9F91-9E4C01D2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5707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8276-0455-C5DA-9DB5-EA9CDC86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8774D-0E46-54E7-91F7-60E2AB25A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7C3C6-CBF8-D1CA-1533-F63303346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A0B0B-6617-FB54-11B0-6E433058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1C5F5-2C16-9173-B47A-414EF25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169E2-12A5-3BF4-6424-1B073D07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3308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35E5-628A-B81A-7FBB-4A61868B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F34DB-F860-6734-7EF6-F95BDF84F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08344-8724-4B83-4212-B385E3A4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D4A4F-0B85-8B11-5FA8-F8127AAC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7AAF6-9CC8-492F-47F5-BB7AEAB2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1225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E328B-D7B2-1792-D9EA-130F15AA4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4F426-975D-E1C3-6D4D-1C65C7DA2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0439C-8CDC-EF7C-AB31-269458256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B3C52-96B9-C3BA-8128-56EB7A463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223AF-DE79-E9FF-28E3-54E42509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33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42CDD-0902-080D-168A-BD578660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2D521-EAA8-DF91-61A6-97924AA0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A16EA-3CE4-C03C-FE59-2B51AE71B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28B35-711E-4575-9E8E-8B3BD3553C5A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B94B0-C149-CD29-38C2-AB59CC58B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177AC-B078-0D8C-E987-EA305A155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2D54F-6824-4A54-8ED9-D4124CA6A8E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377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D180-C164-F9D5-268D-C592EA9B2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Gas atomization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2549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53FF9D-3BC6-C8DF-0978-643B801A1B8C}"/>
              </a:ext>
            </a:extLst>
          </p:cNvPr>
          <p:cNvSpPr/>
          <p:nvPr/>
        </p:nvSpPr>
        <p:spPr>
          <a:xfrm>
            <a:off x="3318572" y="1267026"/>
            <a:ext cx="1384188" cy="3082409"/>
          </a:xfrm>
          <a:custGeom>
            <a:avLst/>
            <a:gdLst>
              <a:gd name="csX0" fmla="*/ 0 w 1384188"/>
              <a:gd name="csY0" fmla="*/ 0 h 3082409"/>
              <a:gd name="csX1" fmla="*/ 1384188 w 1384188"/>
              <a:gd name="csY1" fmla="*/ 0 h 3082409"/>
              <a:gd name="csX2" fmla="*/ 1384188 w 1384188"/>
              <a:gd name="csY2" fmla="*/ 1620655 h 3082409"/>
              <a:gd name="csX3" fmla="*/ 768941 w 1384188"/>
              <a:gd name="csY3" fmla="*/ 1620655 h 3082409"/>
              <a:gd name="csX4" fmla="*/ 768941 w 1384188"/>
              <a:gd name="csY4" fmla="*/ 3082409 h 3082409"/>
              <a:gd name="csX5" fmla="*/ 606544 w 1384188"/>
              <a:gd name="csY5" fmla="*/ 3082409 h 3082409"/>
              <a:gd name="csX6" fmla="*/ 606544 w 1384188"/>
              <a:gd name="csY6" fmla="*/ 1620655 h 3082409"/>
              <a:gd name="csX7" fmla="*/ 0 w 1384188"/>
              <a:gd name="csY7" fmla="*/ 1620655 h 3082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84188" h="3082409">
                <a:moveTo>
                  <a:pt x="0" y="0"/>
                </a:moveTo>
                <a:lnTo>
                  <a:pt x="1384188" y="0"/>
                </a:lnTo>
                <a:lnTo>
                  <a:pt x="1384188" y="1620655"/>
                </a:lnTo>
                <a:lnTo>
                  <a:pt x="768941" y="1620655"/>
                </a:lnTo>
                <a:lnTo>
                  <a:pt x="768941" y="3082409"/>
                </a:lnTo>
                <a:lnTo>
                  <a:pt x="606544" y="3082409"/>
                </a:lnTo>
                <a:lnTo>
                  <a:pt x="606544" y="1620655"/>
                </a:lnTo>
                <a:lnTo>
                  <a:pt x="0" y="1620655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C00000">
                  <a:alpha val="60000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7773340-D151-069D-0ED0-9FDCD8625852}"/>
              </a:ext>
            </a:extLst>
          </p:cNvPr>
          <p:cNvSpPr/>
          <p:nvPr/>
        </p:nvSpPr>
        <p:spPr>
          <a:xfrm>
            <a:off x="7142869" y="1266700"/>
            <a:ext cx="1295698" cy="1532101"/>
          </a:xfrm>
          <a:prstGeom prst="rect">
            <a:avLst/>
          </a:prstGeom>
          <a:gradFill flip="none" rotWithShape="1">
            <a:gsLst>
              <a:gs pos="0">
                <a:srgbClr val="EB9981"/>
              </a:gs>
              <a:gs pos="100000">
                <a:srgbClr val="C00000">
                  <a:alpha val="60000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B48DA00-3805-9303-31CC-EA865CC28673}"/>
              </a:ext>
            </a:extLst>
          </p:cNvPr>
          <p:cNvSpPr/>
          <p:nvPr/>
        </p:nvSpPr>
        <p:spPr>
          <a:xfrm>
            <a:off x="6478692" y="2889489"/>
            <a:ext cx="1164715" cy="149087"/>
          </a:xfrm>
          <a:prstGeom prst="rect">
            <a:avLst/>
          </a:prstGeom>
          <a:solidFill>
            <a:srgbClr val="D9C68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A781116-7DC8-DBCF-11C2-8C6C0C1A8F2A}"/>
              </a:ext>
            </a:extLst>
          </p:cNvPr>
          <p:cNvSpPr/>
          <p:nvPr/>
        </p:nvSpPr>
        <p:spPr>
          <a:xfrm>
            <a:off x="7934307" y="2887577"/>
            <a:ext cx="1164713" cy="149087"/>
          </a:xfrm>
          <a:prstGeom prst="rect">
            <a:avLst/>
          </a:prstGeom>
          <a:solidFill>
            <a:srgbClr val="D9C68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F6D7891-2181-C1C5-DDF4-AD5B6EB7F23F}"/>
              </a:ext>
            </a:extLst>
          </p:cNvPr>
          <p:cNvGrpSpPr/>
          <p:nvPr/>
        </p:nvGrpSpPr>
        <p:grpSpPr>
          <a:xfrm>
            <a:off x="2695155" y="2887577"/>
            <a:ext cx="2620327" cy="150999"/>
            <a:chOff x="1738312" y="3461248"/>
            <a:chExt cx="2620327" cy="235168"/>
          </a:xfrm>
          <a:solidFill>
            <a:srgbClr val="D9C68F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A03A460-1F1A-04F9-AB5F-D2000505D0C0}"/>
                </a:ext>
              </a:extLst>
            </p:cNvPr>
            <p:cNvSpPr/>
            <p:nvPr/>
          </p:nvSpPr>
          <p:spPr>
            <a:xfrm>
              <a:off x="1738312" y="3464225"/>
              <a:ext cx="1003872" cy="232191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sz="20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E037834-CBFB-EFED-7D49-27F98C75737B}"/>
                </a:ext>
              </a:extLst>
            </p:cNvPr>
            <p:cNvSpPr/>
            <p:nvPr/>
          </p:nvSpPr>
          <p:spPr>
            <a:xfrm>
              <a:off x="3354767" y="3461248"/>
              <a:ext cx="1003872" cy="232191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sz="2000"/>
            </a:p>
          </p:txBody>
        </p:sp>
      </p:grp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4FEDC7C7-B4FE-21FD-E026-30E8F84E341B}"/>
              </a:ext>
            </a:extLst>
          </p:cNvPr>
          <p:cNvSpPr/>
          <p:nvPr/>
        </p:nvSpPr>
        <p:spPr>
          <a:xfrm>
            <a:off x="3279099" y="965893"/>
            <a:ext cx="1455612" cy="1921663"/>
          </a:xfrm>
          <a:custGeom>
            <a:avLst/>
            <a:gdLst>
              <a:gd name="csX0" fmla="*/ 1345884 w 1455612"/>
              <a:gd name="csY0" fmla="*/ 0 h 1921663"/>
              <a:gd name="csX1" fmla="*/ 1455612 w 1455612"/>
              <a:gd name="csY1" fmla="*/ 0 h 1921663"/>
              <a:gd name="csX2" fmla="*/ 1455612 w 1455612"/>
              <a:gd name="csY2" fmla="*/ 1778783 h 1921663"/>
              <a:gd name="csX3" fmla="*/ 1455612 w 1455612"/>
              <a:gd name="csY3" fmla="*/ 1920240 h 1921663"/>
              <a:gd name="csX4" fmla="*/ 1455612 w 1455612"/>
              <a:gd name="csY4" fmla="*/ 1921663 h 1921663"/>
              <a:gd name="csX5" fmla="*/ 815532 w 1455612"/>
              <a:gd name="csY5" fmla="*/ 1921663 h 1921663"/>
              <a:gd name="csX6" fmla="*/ 815532 w 1455612"/>
              <a:gd name="csY6" fmla="*/ 1807359 h 1921663"/>
              <a:gd name="csX7" fmla="*/ 1345884 w 1455612"/>
              <a:gd name="csY7" fmla="*/ 1783682 h 1921663"/>
              <a:gd name="csX8" fmla="*/ 0 w 1455612"/>
              <a:gd name="csY8" fmla="*/ 0 h 1921663"/>
              <a:gd name="csX9" fmla="*/ 109728 w 1455612"/>
              <a:gd name="csY9" fmla="*/ 0 h 1921663"/>
              <a:gd name="csX10" fmla="*/ 109728 w 1455612"/>
              <a:gd name="csY10" fmla="*/ 1782259 h 1921663"/>
              <a:gd name="csX11" fmla="*/ 640080 w 1455612"/>
              <a:gd name="csY11" fmla="*/ 1805936 h 1921663"/>
              <a:gd name="csX12" fmla="*/ 640080 w 1455612"/>
              <a:gd name="csY12" fmla="*/ 1920240 h 1921663"/>
              <a:gd name="csX13" fmla="*/ 109728 w 1455612"/>
              <a:gd name="csY13" fmla="*/ 1920240 h 1921663"/>
              <a:gd name="csX14" fmla="*/ 0 w 1455612"/>
              <a:gd name="csY14" fmla="*/ 1920240 h 1921663"/>
              <a:gd name="csX15" fmla="*/ 0 w 1455612"/>
              <a:gd name="csY15" fmla="*/ 1777360 h 19216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612" h="1921663">
                <a:moveTo>
                  <a:pt x="1345884" y="0"/>
                </a:moveTo>
                <a:lnTo>
                  <a:pt x="1455612" y="0"/>
                </a:lnTo>
                <a:lnTo>
                  <a:pt x="1455612" y="1778783"/>
                </a:lnTo>
                <a:lnTo>
                  <a:pt x="1455612" y="1920240"/>
                </a:lnTo>
                <a:lnTo>
                  <a:pt x="1455612" y="1921663"/>
                </a:lnTo>
                <a:lnTo>
                  <a:pt x="815532" y="1921663"/>
                </a:lnTo>
                <a:lnTo>
                  <a:pt x="815532" y="1807359"/>
                </a:lnTo>
                <a:lnTo>
                  <a:pt x="1345884" y="1783682"/>
                </a:lnTo>
                <a:close/>
                <a:moveTo>
                  <a:pt x="0" y="0"/>
                </a:moveTo>
                <a:lnTo>
                  <a:pt x="109728" y="0"/>
                </a:lnTo>
                <a:lnTo>
                  <a:pt x="109728" y="1782259"/>
                </a:lnTo>
                <a:lnTo>
                  <a:pt x="640080" y="1805936"/>
                </a:lnTo>
                <a:lnTo>
                  <a:pt x="640080" y="1920240"/>
                </a:lnTo>
                <a:lnTo>
                  <a:pt x="109728" y="1920240"/>
                </a:lnTo>
                <a:lnTo>
                  <a:pt x="0" y="1920240"/>
                </a:lnTo>
                <a:lnTo>
                  <a:pt x="0" y="17773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sp>
        <p:nvSpPr>
          <p:cNvPr id="112" name="Rectangle: Top Corners One Rounded and One Snipped 111">
            <a:extLst>
              <a:ext uri="{FF2B5EF4-FFF2-40B4-BE49-F238E27FC236}">
                <a16:creationId xmlns:a16="http://schemas.microsoft.com/office/drawing/2014/main" id="{209AD292-2FC8-94A5-8C0F-FB20D684DC45}"/>
              </a:ext>
            </a:extLst>
          </p:cNvPr>
          <p:cNvSpPr/>
          <p:nvPr/>
        </p:nvSpPr>
        <p:spPr>
          <a:xfrm rot="10800000">
            <a:off x="7903889" y="3036720"/>
            <a:ext cx="813705" cy="407785"/>
          </a:xfrm>
          <a:prstGeom prst="snipRoundRect">
            <a:avLst>
              <a:gd name="adj1" fmla="val 0"/>
              <a:gd name="adj2" fmla="val 22346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E02CA2E-BFD4-7C16-9BAC-6E129CD40129}"/>
              </a:ext>
            </a:extLst>
          </p:cNvPr>
          <p:cNvGrpSpPr/>
          <p:nvPr/>
        </p:nvGrpSpPr>
        <p:grpSpPr>
          <a:xfrm>
            <a:off x="2988788" y="1006957"/>
            <a:ext cx="2033062" cy="1793451"/>
            <a:chOff x="5487997" y="968935"/>
            <a:chExt cx="2033062" cy="1793451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75FB530-A805-0015-3DCE-1194AEDE3685}"/>
                </a:ext>
              </a:extLst>
            </p:cNvPr>
            <p:cNvSpPr/>
            <p:nvPr/>
          </p:nvSpPr>
          <p:spPr>
            <a:xfrm>
              <a:off x="548799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ACCFCB4-ED49-1937-6F19-96FE78E2E8F1}"/>
                </a:ext>
              </a:extLst>
            </p:cNvPr>
            <p:cNvSpPr/>
            <p:nvPr/>
          </p:nvSpPr>
          <p:spPr>
            <a:xfrm>
              <a:off x="548799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69062A0-2492-5971-35D4-DA2DAED67A52}"/>
                </a:ext>
              </a:extLst>
            </p:cNvPr>
            <p:cNvSpPr/>
            <p:nvPr/>
          </p:nvSpPr>
          <p:spPr>
            <a:xfrm>
              <a:off x="548799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F477FBA-6D57-FF4C-3F30-F629AE44DC8F}"/>
                </a:ext>
              </a:extLst>
            </p:cNvPr>
            <p:cNvSpPr/>
            <p:nvPr/>
          </p:nvSpPr>
          <p:spPr>
            <a:xfrm>
              <a:off x="548799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425C5F7-2335-8890-AF76-B64F9BB4DC30}"/>
                </a:ext>
              </a:extLst>
            </p:cNvPr>
            <p:cNvSpPr/>
            <p:nvPr/>
          </p:nvSpPr>
          <p:spPr>
            <a:xfrm>
              <a:off x="548799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F24C66E-8A02-B7B0-B098-E20E4366031B}"/>
                </a:ext>
              </a:extLst>
            </p:cNvPr>
            <p:cNvSpPr/>
            <p:nvPr/>
          </p:nvSpPr>
          <p:spPr>
            <a:xfrm>
              <a:off x="549171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6366EF5-CAFB-6DF0-BE5A-93F30EF8E1C7}"/>
                </a:ext>
              </a:extLst>
            </p:cNvPr>
            <p:cNvSpPr/>
            <p:nvPr/>
          </p:nvSpPr>
          <p:spPr>
            <a:xfrm>
              <a:off x="737445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4D3997B-29C7-9450-2C58-53210139B1CE}"/>
                </a:ext>
              </a:extLst>
            </p:cNvPr>
            <p:cNvSpPr/>
            <p:nvPr/>
          </p:nvSpPr>
          <p:spPr>
            <a:xfrm>
              <a:off x="737445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0F5A631-60C3-7B20-7E2E-D21EE832DCED}"/>
                </a:ext>
              </a:extLst>
            </p:cNvPr>
            <p:cNvSpPr/>
            <p:nvPr/>
          </p:nvSpPr>
          <p:spPr>
            <a:xfrm>
              <a:off x="737445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6F4348C-DFD5-5C60-7589-A5FE80D0B2DE}"/>
                </a:ext>
              </a:extLst>
            </p:cNvPr>
            <p:cNvSpPr/>
            <p:nvPr/>
          </p:nvSpPr>
          <p:spPr>
            <a:xfrm>
              <a:off x="737445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DEE52EA-E818-6C61-7ABE-C43249F8F52E}"/>
                </a:ext>
              </a:extLst>
            </p:cNvPr>
            <p:cNvSpPr/>
            <p:nvPr/>
          </p:nvSpPr>
          <p:spPr>
            <a:xfrm>
              <a:off x="737445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D96AC9-7B42-9830-9ECA-1055965D0820}"/>
                </a:ext>
              </a:extLst>
            </p:cNvPr>
            <p:cNvSpPr/>
            <p:nvPr/>
          </p:nvSpPr>
          <p:spPr>
            <a:xfrm>
              <a:off x="737817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</p:grpSp>
      <p:sp>
        <p:nvSpPr>
          <p:cNvPr id="115" name="Rectangle: Top Corners One Rounded and One Snipped 114">
            <a:extLst>
              <a:ext uri="{FF2B5EF4-FFF2-40B4-BE49-F238E27FC236}">
                <a16:creationId xmlns:a16="http://schemas.microsoft.com/office/drawing/2014/main" id="{4D741851-7D93-96A1-9B2E-1D49DC99BFF9}"/>
              </a:ext>
            </a:extLst>
          </p:cNvPr>
          <p:cNvSpPr/>
          <p:nvPr/>
        </p:nvSpPr>
        <p:spPr>
          <a:xfrm rot="10800000" flipH="1">
            <a:off x="6866264" y="3039640"/>
            <a:ext cx="813816" cy="404866"/>
          </a:xfrm>
          <a:prstGeom prst="snipRoundRect">
            <a:avLst>
              <a:gd name="adj1" fmla="val 0"/>
              <a:gd name="adj2" fmla="val 24723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sp>
        <p:nvSpPr>
          <p:cNvPr id="81" name="Rectangle: Top Corners One Rounded and One Snipped 80">
            <a:extLst>
              <a:ext uri="{FF2B5EF4-FFF2-40B4-BE49-F238E27FC236}">
                <a16:creationId xmlns:a16="http://schemas.microsoft.com/office/drawing/2014/main" id="{A348E40B-28B9-A9B6-6530-9C853DF9B062}"/>
              </a:ext>
            </a:extLst>
          </p:cNvPr>
          <p:cNvSpPr/>
          <p:nvPr/>
        </p:nvSpPr>
        <p:spPr>
          <a:xfrm rot="10800000">
            <a:off x="4665524" y="3038081"/>
            <a:ext cx="808300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sp>
        <p:nvSpPr>
          <p:cNvPr id="83" name="Rectangle: Top Corners One Rounded and One Snipped 82">
            <a:extLst>
              <a:ext uri="{FF2B5EF4-FFF2-40B4-BE49-F238E27FC236}">
                <a16:creationId xmlns:a16="http://schemas.microsoft.com/office/drawing/2014/main" id="{FBF4C05D-6CC6-4B0E-0DE3-F48AFD807E79}"/>
              </a:ext>
            </a:extLst>
          </p:cNvPr>
          <p:cNvSpPr/>
          <p:nvPr/>
        </p:nvSpPr>
        <p:spPr>
          <a:xfrm rot="10800000" flipH="1">
            <a:off x="2517764" y="3044427"/>
            <a:ext cx="809054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175A741D-1796-C007-8773-3E26A0F25670}"/>
              </a:ext>
            </a:extLst>
          </p:cNvPr>
          <p:cNvSpPr/>
          <p:nvPr/>
        </p:nvSpPr>
        <p:spPr>
          <a:xfrm>
            <a:off x="7065018" y="965893"/>
            <a:ext cx="1455612" cy="1921663"/>
          </a:xfrm>
          <a:custGeom>
            <a:avLst/>
            <a:gdLst>
              <a:gd name="csX0" fmla="*/ 1345884 w 1455612"/>
              <a:gd name="csY0" fmla="*/ 0 h 1921663"/>
              <a:gd name="csX1" fmla="*/ 1455612 w 1455612"/>
              <a:gd name="csY1" fmla="*/ 0 h 1921663"/>
              <a:gd name="csX2" fmla="*/ 1455612 w 1455612"/>
              <a:gd name="csY2" fmla="*/ 1778783 h 1921663"/>
              <a:gd name="csX3" fmla="*/ 1455612 w 1455612"/>
              <a:gd name="csY3" fmla="*/ 1920240 h 1921663"/>
              <a:gd name="csX4" fmla="*/ 1455612 w 1455612"/>
              <a:gd name="csY4" fmla="*/ 1921663 h 1921663"/>
              <a:gd name="csX5" fmla="*/ 815532 w 1455612"/>
              <a:gd name="csY5" fmla="*/ 1921663 h 1921663"/>
              <a:gd name="csX6" fmla="*/ 815532 w 1455612"/>
              <a:gd name="csY6" fmla="*/ 1807359 h 1921663"/>
              <a:gd name="csX7" fmla="*/ 1345884 w 1455612"/>
              <a:gd name="csY7" fmla="*/ 1783682 h 1921663"/>
              <a:gd name="csX8" fmla="*/ 0 w 1455612"/>
              <a:gd name="csY8" fmla="*/ 0 h 1921663"/>
              <a:gd name="csX9" fmla="*/ 109728 w 1455612"/>
              <a:gd name="csY9" fmla="*/ 0 h 1921663"/>
              <a:gd name="csX10" fmla="*/ 109728 w 1455612"/>
              <a:gd name="csY10" fmla="*/ 1782259 h 1921663"/>
              <a:gd name="csX11" fmla="*/ 640080 w 1455612"/>
              <a:gd name="csY11" fmla="*/ 1805936 h 1921663"/>
              <a:gd name="csX12" fmla="*/ 640080 w 1455612"/>
              <a:gd name="csY12" fmla="*/ 1920240 h 1921663"/>
              <a:gd name="csX13" fmla="*/ 109728 w 1455612"/>
              <a:gd name="csY13" fmla="*/ 1920240 h 1921663"/>
              <a:gd name="csX14" fmla="*/ 0 w 1455612"/>
              <a:gd name="csY14" fmla="*/ 1920240 h 1921663"/>
              <a:gd name="csX15" fmla="*/ 0 w 1455612"/>
              <a:gd name="csY15" fmla="*/ 1777360 h 19216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612" h="1921663">
                <a:moveTo>
                  <a:pt x="1345884" y="0"/>
                </a:moveTo>
                <a:lnTo>
                  <a:pt x="1455612" y="0"/>
                </a:lnTo>
                <a:lnTo>
                  <a:pt x="1455612" y="1778783"/>
                </a:lnTo>
                <a:lnTo>
                  <a:pt x="1455612" y="1920240"/>
                </a:lnTo>
                <a:lnTo>
                  <a:pt x="1455612" y="1921663"/>
                </a:lnTo>
                <a:lnTo>
                  <a:pt x="815532" y="1921663"/>
                </a:lnTo>
                <a:lnTo>
                  <a:pt x="815532" y="1807359"/>
                </a:lnTo>
                <a:lnTo>
                  <a:pt x="1345884" y="1783682"/>
                </a:lnTo>
                <a:close/>
                <a:moveTo>
                  <a:pt x="0" y="0"/>
                </a:moveTo>
                <a:lnTo>
                  <a:pt x="109728" y="0"/>
                </a:lnTo>
                <a:lnTo>
                  <a:pt x="109728" y="1782259"/>
                </a:lnTo>
                <a:lnTo>
                  <a:pt x="640080" y="1805936"/>
                </a:lnTo>
                <a:lnTo>
                  <a:pt x="640080" y="1920240"/>
                </a:lnTo>
                <a:lnTo>
                  <a:pt x="109728" y="1920240"/>
                </a:lnTo>
                <a:lnTo>
                  <a:pt x="0" y="1920240"/>
                </a:lnTo>
                <a:lnTo>
                  <a:pt x="0" y="17773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EC3BFC1-88AA-92B0-C351-535120A8012C}"/>
              </a:ext>
            </a:extLst>
          </p:cNvPr>
          <p:cNvGrpSpPr/>
          <p:nvPr/>
        </p:nvGrpSpPr>
        <p:grpSpPr>
          <a:xfrm>
            <a:off x="6772326" y="1006957"/>
            <a:ext cx="2033062" cy="1793451"/>
            <a:chOff x="5487997" y="968935"/>
            <a:chExt cx="2033062" cy="1793451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BE02F761-39DD-E4E8-13E8-877D956F302C}"/>
                </a:ext>
              </a:extLst>
            </p:cNvPr>
            <p:cNvSpPr/>
            <p:nvPr/>
          </p:nvSpPr>
          <p:spPr>
            <a:xfrm>
              <a:off x="548799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20E0C588-6356-E520-A79B-2842C93C9731}"/>
                </a:ext>
              </a:extLst>
            </p:cNvPr>
            <p:cNvSpPr/>
            <p:nvPr/>
          </p:nvSpPr>
          <p:spPr>
            <a:xfrm>
              <a:off x="548799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A0C64F7-B1F0-67EB-4387-719ECAB14885}"/>
                </a:ext>
              </a:extLst>
            </p:cNvPr>
            <p:cNvSpPr/>
            <p:nvPr/>
          </p:nvSpPr>
          <p:spPr>
            <a:xfrm>
              <a:off x="548799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0670043-C88C-1A37-F8B4-05631680B446}"/>
                </a:ext>
              </a:extLst>
            </p:cNvPr>
            <p:cNvSpPr/>
            <p:nvPr/>
          </p:nvSpPr>
          <p:spPr>
            <a:xfrm>
              <a:off x="548799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BE44045F-E0DC-FCA0-45F0-333AAF043F52}"/>
                </a:ext>
              </a:extLst>
            </p:cNvPr>
            <p:cNvSpPr/>
            <p:nvPr/>
          </p:nvSpPr>
          <p:spPr>
            <a:xfrm>
              <a:off x="548799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3E0F789D-98CC-B4CB-7655-16AC38E03D24}"/>
                </a:ext>
              </a:extLst>
            </p:cNvPr>
            <p:cNvSpPr/>
            <p:nvPr/>
          </p:nvSpPr>
          <p:spPr>
            <a:xfrm>
              <a:off x="549171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EC03D4F-E83C-7A3E-4466-96E424E99B04}"/>
                </a:ext>
              </a:extLst>
            </p:cNvPr>
            <p:cNvSpPr/>
            <p:nvPr/>
          </p:nvSpPr>
          <p:spPr>
            <a:xfrm>
              <a:off x="737445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7226948-69DB-22E6-22A6-AEC6B49108E3}"/>
                </a:ext>
              </a:extLst>
            </p:cNvPr>
            <p:cNvSpPr/>
            <p:nvPr/>
          </p:nvSpPr>
          <p:spPr>
            <a:xfrm>
              <a:off x="737445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58FE70C-3002-CDCF-77E4-0E5F06E22B03}"/>
                </a:ext>
              </a:extLst>
            </p:cNvPr>
            <p:cNvSpPr/>
            <p:nvPr/>
          </p:nvSpPr>
          <p:spPr>
            <a:xfrm>
              <a:off x="737445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CE22BCA-2E19-0A5D-3325-B11A1348520B}"/>
                </a:ext>
              </a:extLst>
            </p:cNvPr>
            <p:cNvSpPr/>
            <p:nvPr/>
          </p:nvSpPr>
          <p:spPr>
            <a:xfrm>
              <a:off x="737445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5FBC7E23-07E7-BAAF-884C-C40D48071FC2}"/>
                </a:ext>
              </a:extLst>
            </p:cNvPr>
            <p:cNvSpPr/>
            <p:nvPr/>
          </p:nvSpPr>
          <p:spPr>
            <a:xfrm>
              <a:off x="737445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20795F4-ACBB-D5EF-03F4-41B612190370}"/>
                </a:ext>
              </a:extLst>
            </p:cNvPr>
            <p:cNvSpPr/>
            <p:nvPr/>
          </p:nvSpPr>
          <p:spPr>
            <a:xfrm>
              <a:off x="737817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</p:grpSp>
      <p:sp>
        <p:nvSpPr>
          <p:cNvPr id="60" name="Trapezoid 59">
            <a:extLst>
              <a:ext uri="{FF2B5EF4-FFF2-40B4-BE49-F238E27FC236}">
                <a16:creationId xmlns:a16="http://schemas.microsoft.com/office/drawing/2014/main" id="{805328AB-C1B8-1550-B12F-5901E8A046DE}"/>
              </a:ext>
            </a:extLst>
          </p:cNvPr>
          <p:cNvSpPr/>
          <p:nvPr/>
        </p:nvSpPr>
        <p:spPr>
          <a:xfrm>
            <a:off x="2943570" y="4227386"/>
            <a:ext cx="2123498" cy="1116925"/>
          </a:xfrm>
          <a:prstGeom prst="trapezoid">
            <a:avLst>
              <a:gd name="adj" fmla="val 7963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 dirty="0"/>
          </a:p>
        </p:txBody>
      </p:sp>
      <p:sp>
        <p:nvSpPr>
          <p:cNvPr id="117" name="Trapezoid 116">
            <a:extLst>
              <a:ext uri="{FF2B5EF4-FFF2-40B4-BE49-F238E27FC236}">
                <a16:creationId xmlns:a16="http://schemas.microsoft.com/office/drawing/2014/main" id="{7CC017C1-BEF9-65A7-CE69-1E4475FDF07B}"/>
              </a:ext>
            </a:extLst>
          </p:cNvPr>
          <p:cNvSpPr/>
          <p:nvPr/>
        </p:nvSpPr>
        <p:spPr>
          <a:xfrm rot="10800000">
            <a:off x="7537425" y="2766115"/>
            <a:ext cx="502531" cy="586183"/>
          </a:xfrm>
          <a:prstGeom prst="trapezoid">
            <a:avLst>
              <a:gd name="adj" fmla="val 27843"/>
            </a:avLst>
          </a:pr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sp>
        <p:nvSpPr>
          <p:cNvPr id="140" name="Flowchart: Manual Operation 139">
            <a:extLst>
              <a:ext uri="{FF2B5EF4-FFF2-40B4-BE49-F238E27FC236}">
                <a16:creationId xmlns:a16="http://schemas.microsoft.com/office/drawing/2014/main" id="{58F16C8F-B6ED-3042-64BE-7B4826A3B20F}"/>
              </a:ext>
            </a:extLst>
          </p:cNvPr>
          <p:cNvSpPr/>
          <p:nvPr/>
        </p:nvSpPr>
        <p:spPr>
          <a:xfrm>
            <a:off x="7713291" y="2752622"/>
            <a:ext cx="151749" cy="880777"/>
          </a:xfrm>
          <a:prstGeom prst="flowChartManualOperation">
            <a:avLst/>
          </a:prstGeom>
          <a:gradFill flip="none" rotWithShape="1">
            <a:gsLst>
              <a:gs pos="100000">
                <a:srgbClr val="EB9A82"/>
              </a:gs>
              <a:gs pos="0">
                <a:srgbClr val="F1AA88"/>
              </a:gs>
            </a:gsLst>
            <a:lin ang="162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69401AE-3161-59C1-EC1D-75B572BB1EC1}"/>
              </a:ext>
            </a:extLst>
          </p:cNvPr>
          <p:cNvSpPr/>
          <p:nvPr/>
        </p:nvSpPr>
        <p:spPr>
          <a:xfrm>
            <a:off x="7268060" y="2794989"/>
            <a:ext cx="406382" cy="8743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1E3C3D8-EC05-FE9C-22EF-01F1C3B14A8D}"/>
              </a:ext>
            </a:extLst>
          </p:cNvPr>
          <p:cNvSpPr/>
          <p:nvPr/>
        </p:nvSpPr>
        <p:spPr>
          <a:xfrm>
            <a:off x="7914616" y="2794462"/>
            <a:ext cx="406382" cy="8743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3B2D439-692A-C2CA-DFA7-213664D8B47D}"/>
              </a:ext>
            </a:extLst>
          </p:cNvPr>
          <p:cNvSpPr/>
          <p:nvPr/>
        </p:nvSpPr>
        <p:spPr>
          <a:xfrm rot="151180">
            <a:off x="7287240" y="2768384"/>
            <a:ext cx="406382" cy="8743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C9D916D-8059-BE87-2F12-D10C7D17F0EB}"/>
              </a:ext>
            </a:extLst>
          </p:cNvPr>
          <p:cNvSpPr/>
          <p:nvPr/>
        </p:nvSpPr>
        <p:spPr>
          <a:xfrm rot="21442665">
            <a:off x="7898370" y="2768383"/>
            <a:ext cx="406382" cy="8743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/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31FA8A8A-A3B7-0325-A26F-D78ADFD3F48D}"/>
              </a:ext>
            </a:extLst>
          </p:cNvPr>
          <p:cNvCxnSpPr>
            <a:cxnSpLocks/>
          </p:cNvCxnSpPr>
          <p:nvPr/>
        </p:nvCxnSpPr>
        <p:spPr>
          <a:xfrm>
            <a:off x="7711013" y="2766114"/>
            <a:ext cx="20803" cy="58713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BECD95C-F392-C034-7702-B77A89817910}"/>
              </a:ext>
            </a:extLst>
          </p:cNvPr>
          <p:cNvCxnSpPr>
            <a:cxnSpLocks/>
          </p:cNvCxnSpPr>
          <p:nvPr/>
        </p:nvCxnSpPr>
        <p:spPr>
          <a:xfrm flipH="1">
            <a:off x="7847463" y="2763733"/>
            <a:ext cx="20713" cy="58856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3CBBF1A5-CFC8-7A48-3235-F664D13455C4}"/>
              </a:ext>
            </a:extLst>
          </p:cNvPr>
          <p:cNvSpPr txBox="1"/>
          <p:nvPr/>
        </p:nvSpPr>
        <p:spPr>
          <a:xfrm>
            <a:off x="9256607" y="873708"/>
            <a:ext cx="207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Induction coil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18A22AE-1EFA-098E-0A01-77197B032324}"/>
              </a:ext>
            </a:extLst>
          </p:cNvPr>
          <p:cNvCxnSpPr>
            <a:endCxn id="106" idx="6"/>
          </p:cNvCxnSpPr>
          <p:nvPr/>
        </p:nvCxnSpPr>
        <p:spPr>
          <a:xfrm flipH="1">
            <a:off x="8801666" y="1078397"/>
            <a:ext cx="39313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09C44395-2D37-C924-F853-0134B30050C3}"/>
              </a:ext>
            </a:extLst>
          </p:cNvPr>
          <p:cNvSpPr txBox="1"/>
          <p:nvPr/>
        </p:nvSpPr>
        <p:spPr>
          <a:xfrm>
            <a:off x="9256607" y="1342340"/>
            <a:ext cx="1324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Crucible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2F90EFC-CFBA-D2A1-E767-EE2581DF2037}"/>
              </a:ext>
            </a:extLst>
          </p:cNvPr>
          <p:cNvSpPr txBox="1"/>
          <p:nvPr/>
        </p:nvSpPr>
        <p:spPr>
          <a:xfrm>
            <a:off x="9256607" y="1760019"/>
            <a:ext cx="1917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Liquid metal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A74B9C6-9511-26D1-5163-21B248ADC436}"/>
              </a:ext>
            </a:extLst>
          </p:cNvPr>
          <p:cNvCxnSpPr>
            <a:cxnSpLocks/>
            <a:stCxn id="172" idx="1"/>
          </p:cNvCxnSpPr>
          <p:nvPr/>
        </p:nvCxnSpPr>
        <p:spPr>
          <a:xfrm flipH="1">
            <a:off x="8520630" y="1573173"/>
            <a:ext cx="73597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A3F50FB-D100-E789-27D0-8DA631D57FE2}"/>
              </a:ext>
            </a:extLst>
          </p:cNvPr>
          <p:cNvCxnSpPr>
            <a:cxnSpLocks/>
          </p:cNvCxnSpPr>
          <p:nvPr/>
        </p:nvCxnSpPr>
        <p:spPr>
          <a:xfrm flipH="1">
            <a:off x="8039956" y="1971058"/>
            <a:ext cx="1197652" cy="0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9AEB2CF4-B235-6007-F09C-159037CC81FA}"/>
              </a:ext>
            </a:extLst>
          </p:cNvPr>
          <p:cNvSpPr txBox="1"/>
          <p:nvPr/>
        </p:nvSpPr>
        <p:spPr>
          <a:xfrm>
            <a:off x="9256607" y="2734753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Isolation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F5FDD0C-30B4-087D-F473-B64C8988F806}"/>
              </a:ext>
            </a:extLst>
          </p:cNvPr>
          <p:cNvCxnSpPr>
            <a:cxnSpLocks/>
            <a:endCxn id="94" idx="3"/>
          </p:cNvCxnSpPr>
          <p:nvPr/>
        </p:nvCxnSpPr>
        <p:spPr>
          <a:xfrm flipH="1" flipV="1">
            <a:off x="9099020" y="2962121"/>
            <a:ext cx="164043" cy="15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0F2AA81D-8566-F351-3D29-84CE657FFAA5}"/>
              </a:ext>
            </a:extLst>
          </p:cNvPr>
          <p:cNvSpPr txBox="1"/>
          <p:nvPr/>
        </p:nvSpPr>
        <p:spPr>
          <a:xfrm>
            <a:off x="9256607" y="3147896"/>
            <a:ext cx="1627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Gas nozzle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7B1A5802-4496-B65C-E2CD-D6EDC56016FB}"/>
              </a:ext>
            </a:extLst>
          </p:cNvPr>
          <p:cNvCxnSpPr>
            <a:cxnSpLocks/>
            <a:stCxn id="191" idx="1"/>
          </p:cNvCxnSpPr>
          <p:nvPr/>
        </p:nvCxnSpPr>
        <p:spPr>
          <a:xfrm flipH="1">
            <a:off x="8717593" y="3378729"/>
            <a:ext cx="53901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1DDC73CA-B5B4-DFE7-8C0C-CDF27B87C974}"/>
              </a:ext>
            </a:extLst>
          </p:cNvPr>
          <p:cNvSpPr txBox="1"/>
          <p:nvPr/>
        </p:nvSpPr>
        <p:spPr>
          <a:xfrm>
            <a:off x="9256607" y="3557668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Gas jet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266F72E0-1107-FC3E-8924-1EC672CB164D}"/>
              </a:ext>
            </a:extLst>
          </p:cNvPr>
          <p:cNvCxnSpPr>
            <a:cxnSpLocks/>
            <a:endCxn id="199" idx="1"/>
          </p:cNvCxnSpPr>
          <p:nvPr/>
        </p:nvCxnSpPr>
        <p:spPr>
          <a:xfrm>
            <a:off x="8751094" y="3788501"/>
            <a:ext cx="505513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5EA10335-14BF-C2EE-576D-55BB2E0C37A9}"/>
              </a:ext>
            </a:extLst>
          </p:cNvPr>
          <p:cNvCxnSpPr>
            <a:cxnSpLocks/>
          </p:cNvCxnSpPr>
          <p:nvPr/>
        </p:nvCxnSpPr>
        <p:spPr>
          <a:xfrm flipH="1" flipV="1">
            <a:off x="7908131" y="3514725"/>
            <a:ext cx="842963" cy="27377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28D0FE98-F407-BDB5-E7E2-F59AB557F99D}"/>
              </a:ext>
            </a:extLst>
          </p:cNvPr>
          <p:cNvSpPr txBox="1"/>
          <p:nvPr/>
        </p:nvSpPr>
        <p:spPr>
          <a:xfrm>
            <a:off x="9256607" y="3958205"/>
            <a:ext cx="1218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Powder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257BAE12-C941-E584-2E9D-5514BA3113E8}"/>
              </a:ext>
            </a:extLst>
          </p:cNvPr>
          <p:cNvCxnSpPr>
            <a:cxnSpLocks/>
            <a:stCxn id="248" idx="1"/>
          </p:cNvCxnSpPr>
          <p:nvPr/>
        </p:nvCxnSpPr>
        <p:spPr>
          <a:xfrm flipH="1">
            <a:off x="8255000" y="4189038"/>
            <a:ext cx="100160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837349D7-4DF9-0F17-EE77-3AFB342B9B8D}"/>
              </a:ext>
            </a:extLst>
          </p:cNvPr>
          <p:cNvSpPr/>
          <p:nvPr/>
        </p:nvSpPr>
        <p:spPr>
          <a:xfrm>
            <a:off x="3981229" y="3182171"/>
            <a:ext cx="1492595" cy="1060342"/>
          </a:xfrm>
          <a:custGeom>
            <a:avLst/>
            <a:gdLst>
              <a:gd name="csX0" fmla="*/ 848695 w 1492595"/>
              <a:gd name="csY0" fmla="*/ 0 h 1060342"/>
              <a:gd name="csX1" fmla="*/ 1492595 w 1492595"/>
              <a:gd name="csY1" fmla="*/ 0 h 1060342"/>
              <a:gd name="csX2" fmla="*/ 1492595 w 1492595"/>
              <a:gd name="csY2" fmla="*/ 82343 h 1060342"/>
              <a:gd name="csX3" fmla="*/ 859031 w 1492595"/>
              <a:gd name="csY3" fmla="*/ 82343 h 1060342"/>
              <a:gd name="csX4" fmla="*/ 88844 w 1492595"/>
              <a:gd name="csY4" fmla="*/ 1060342 h 1060342"/>
              <a:gd name="csX5" fmla="*/ 0 w 1492595"/>
              <a:gd name="csY5" fmla="*/ 987064 h 1060342"/>
              <a:gd name="csX6" fmla="*/ 848695 w 1492595"/>
              <a:gd name="csY6" fmla="*/ 4209 h 106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92595" h="1060342">
                <a:moveTo>
                  <a:pt x="848695" y="0"/>
                </a:moveTo>
                <a:lnTo>
                  <a:pt x="1492595" y="0"/>
                </a:lnTo>
                <a:lnTo>
                  <a:pt x="1492595" y="82343"/>
                </a:lnTo>
                <a:lnTo>
                  <a:pt x="859031" y="82343"/>
                </a:lnTo>
                <a:lnTo>
                  <a:pt x="88844" y="1060342"/>
                </a:lnTo>
                <a:lnTo>
                  <a:pt x="0" y="987064"/>
                </a:lnTo>
                <a:lnTo>
                  <a:pt x="848695" y="4209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9C965AF8-0A19-5D1B-EAF6-F8D8E6FE1F8F}"/>
              </a:ext>
            </a:extLst>
          </p:cNvPr>
          <p:cNvSpPr/>
          <p:nvPr/>
        </p:nvSpPr>
        <p:spPr>
          <a:xfrm rot="19196190">
            <a:off x="2967226" y="2829717"/>
            <a:ext cx="575788" cy="1715337"/>
          </a:xfrm>
          <a:custGeom>
            <a:avLst/>
            <a:gdLst>
              <a:gd name="csX0" fmla="*/ 52999 w 575788"/>
              <a:gd name="csY0" fmla="*/ 0 h 1715337"/>
              <a:gd name="csX1" fmla="*/ 548177 w 575788"/>
              <a:gd name="csY1" fmla="*/ 416440 h 1715337"/>
              <a:gd name="csX2" fmla="*/ 546474 w 575788"/>
              <a:gd name="csY2" fmla="*/ 418465 h 1715337"/>
              <a:gd name="csX3" fmla="*/ 575788 w 575788"/>
              <a:gd name="csY3" fmla="*/ 1715337 h 1715337"/>
              <a:gd name="csX4" fmla="*/ 460623 w 575788"/>
              <a:gd name="csY4" fmla="*/ 1715337 h 1715337"/>
              <a:gd name="csX5" fmla="*/ 488682 w 575788"/>
              <a:gd name="csY5" fmla="*/ 473996 h 1715337"/>
              <a:gd name="csX6" fmla="*/ 0 w 575788"/>
              <a:gd name="csY6" fmla="*/ 63020 h 1715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75788" h="1715337">
                <a:moveTo>
                  <a:pt x="52999" y="0"/>
                </a:moveTo>
                <a:lnTo>
                  <a:pt x="548177" y="416440"/>
                </a:lnTo>
                <a:lnTo>
                  <a:pt x="546474" y="418465"/>
                </a:lnTo>
                <a:lnTo>
                  <a:pt x="575788" y="1715337"/>
                </a:lnTo>
                <a:lnTo>
                  <a:pt x="460623" y="1715337"/>
                </a:lnTo>
                <a:lnTo>
                  <a:pt x="488682" y="473996"/>
                </a:lnTo>
                <a:lnTo>
                  <a:pt x="0" y="63020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000" dirty="0"/>
              <a:t>c</a:t>
            </a:r>
            <a:endParaRPr lang="da-DK" sz="2000" dirty="0"/>
          </a:p>
        </p:txBody>
      </p: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6FD41D32-64A0-89BC-4DFD-C7E5080C22A7}"/>
              </a:ext>
            </a:extLst>
          </p:cNvPr>
          <p:cNvCxnSpPr>
            <a:cxnSpLocks/>
          </p:cNvCxnSpPr>
          <p:nvPr/>
        </p:nvCxnSpPr>
        <p:spPr>
          <a:xfrm flipH="1">
            <a:off x="3845852" y="3314700"/>
            <a:ext cx="909506" cy="1107059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3BC41E53-335B-116A-0711-3DB0CB5210ED}"/>
              </a:ext>
            </a:extLst>
          </p:cNvPr>
          <p:cNvCxnSpPr>
            <a:cxnSpLocks/>
          </p:cNvCxnSpPr>
          <p:nvPr/>
        </p:nvCxnSpPr>
        <p:spPr>
          <a:xfrm>
            <a:off x="3240721" y="3314700"/>
            <a:ext cx="843812" cy="1007242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847D5ADA-7974-0519-FCE9-AB7D2B2F3EC9}"/>
              </a:ext>
            </a:extLst>
          </p:cNvPr>
          <p:cNvCxnSpPr>
            <a:cxnSpLocks/>
          </p:cNvCxnSpPr>
          <p:nvPr/>
        </p:nvCxnSpPr>
        <p:spPr>
          <a:xfrm>
            <a:off x="4002881" y="2886075"/>
            <a:ext cx="0" cy="1521619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062E15C1-B2C6-E181-0460-AF8F926DF36C}"/>
              </a:ext>
            </a:extLst>
          </p:cNvPr>
          <p:cNvCxnSpPr>
            <a:cxnSpLocks/>
          </p:cNvCxnSpPr>
          <p:nvPr/>
        </p:nvCxnSpPr>
        <p:spPr>
          <a:xfrm flipH="1">
            <a:off x="5315482" y="2889489"/>
            <a:ext cx="349509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2D397778-DC63-D459-001D-914640C375B6}"/>
              </a:ext>
            </a:extLst>
          </p:cNvPr>
          <p:cNvCxnSpPr>
            <a:cxnSpLocks/>
          </p:cNvCxnSpPr>
          <p:nvPr/>
        </p:nvCxnSpPr>
        <p:spPr>
          <a:xfrm flipH="1">
            <a:off x="4012406" y="4234021"/>
            <a:ext cx="1652585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C57739F0-C1A0-72AB-2BDB-A55752F2D432}"/>
              </a:ext>
            </a:extLst>
          </p:cNvPr>
          <p:cNvCxnSpPr>
            <a:cxnSpLocks/>
          </p:cNvCxnSpPr>
          <p:nvPr/>
        </p:nvCxnSpPr>
        <p:spPr>
          <a:xfrm flipV="1">
            <a:off x="5664991" y="2889489"/>
            <a:ext cx="0" cy="1337897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47058094-2C81-B385-AFCA-0910200E0051}"/>
              </a:ext>
            </a:extLst>
          </p:cNvPr>
          <p:cNvSpPr txBox="1"/>
          <p:nvPr/>
        </p:nvSpPr>
        <p:spPr>
          <a:xfrm>
            <a:off x="5643263" y="3366945"/>
            <a:ext cx="513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Georgia" panose="02040502050405020303" pitchFamily="18" charset="0"/>
              </a:rPr>
              <a:t>d</a:t>
            </a:r>
            <a:r>
              <a:rPr lang="en-US" sz="2400" i="1" baseline="-25000" dirty="0">
                <a:latin typeface="Georgia" panose="02040502050405020303" pitchFamily="18" charset="0"/>
              </a:rPr>
              <a:t>1</a:t>
            </a:r>
            <a:endParaRPr lang="da-DK" sz="2400" i="1" baseline="-25000" dirty="0">
              <a:latin typeface="Georgia" panose="02040502050405020303" pitchFamily="18" charset="0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D065992A-B70E-1880-9644-1B030A0CFA8B}"/>
              </a:ext>
            </a:extLst>
          </p:cNvPr>
          <p:cNvSpPr txBox="1"/>
          <p:nvPr/>
        </p:nvSpPr>
        <p:spPr>
          <a:xfrm>
            <a:off x="4117661" y="3172002"/>
            <a:ext cx="384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i="1" dirty="0">
                <a:latin typeface="Aptos Narrow" panose="020B0004020202020204" pitchFamily="34" charset="0"/>
              </a:rPr>
              <a:t>α</a:t>
            </a:r>
            <a:endParaRPr lang="da-DK" sz="2400" i="1" dirty="0">
              <a:latin typeface="Georgia" panose="02040502050405020303" pitchFamily="18" charset="0"/>
            </a:endParaRPr>
          </a:p>
        </p:txBody>
      </p:sp>
      <p:sp>
        <p:nvSpPr>
          <p:cNvPr id="287" name="Arc 286">
            <a:extLst>
              <a:ext uri="{FF2B5EF4-FFF2-40B4-BE49-F238E27FC236}">
                <a16:creationId xmlns:a16="http://schemas.microsoft.com/office/drawing/2014/main" id="{804E9EF3-1DBE-D6FB-0BD8-38A24A894359}"/>
              </a:ext>
            </a:extLst>
          </p:cNvPr>
          <p:cNvSpPr/>
          <p:nvPr/>
        </p:nvSpPr>
        <p:spPr>
          <a:xfrm>
            <a:off x="3263524" y="3493946"/>
            <a:ext cx="1497134" cy="1497134"/>
          </a:xfrm>
          <a:prstGeom prst="arc">
            <a:avLst>
              <a:gd name="adj1" fmla="val 16200000"/>
              <a:gd name="adj2" fmla="val 1851924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200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20A152CC-C711-C610-6D7E-D2F24619D7EA}"/>
              </a:ext>
            </a:extLst>
          </p:cNvPr>
          <p:cNvSpPr txBox="1"/>
          <p:nvPr/>
        </p:nvSpPr>
        <p:spPr>
          <a:xfrm>
            <a:off x="2442353" y="924507"/>
            <a:ext cx="458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a)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C8ECD0DD-F6B7-F5C1-C8E9-40384639C649}"/>
              </a:ext>
            </a:extLst>
          </p:cNvPr>
          <p:cNvSpPr txBox="1"/>
          <p:nvPr/>
        </p:nvSpPr>
        <p:spPr>
          <a:xfrm>
            <a:off x="6224510" y="924994"/>
            <a:ext cx="55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b)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290" name="Right Triangle 289">
            <a:extLst>
              <a:ext uri="{FF2B5EF4-FFF2-40B4-BE49-F238E27FC236}">
                <a16:creationId xmlns:a16="http://schemas.microsoft.com/office/drawing/2014/main" id="{C49477B4-E3B9-70F2-7A9A-724B06CDE440}"/>
              </a:ext>
            </a:extLst>
          </p:cNvPr>
          <p:cNvSpPr/>
          <p:nvPr/>
        </p:nvSpPr>
        <p:spPr>
          <a:xfrm>
            <a:off x="3723514" y="3962399"/>
            <a:ext cx="216292" cy="27432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/>
          </a:p>
        </p:txBody>
      </p:sp>
      <p:sp>
        <p:nvSpPr>
          <p:cNvPr id="291" name="Right Triangle 290">
            <a:extLst>
              <a:ext uri="{FF2B5EF4-FFF2-40B4-BE49-F238E27FC236}">
                <a16:creationId xmlns:a16="http://schemas.microsoft.com/office/drawing/2014/main" id="{19B96515-FB8B-C301-E1AD-2BA255CEEF0C}"/>
              </a:ext>
            </a:extLst>
          </p:cNvPr>
          <p:cNvSpPr/>
          <p:nvPr/>
        </p:nvSpPr>
        <p:spPr>
          <a:xfrm flipH="1">
            <a:off x="4081219" y="3962926"/>
            <a:ext cx="219456" cy="26498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dirty="0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8777171E-01AB-3ED6-E42A-C85DB873F275}"/>
              </a:ext>
            </a:extLst>
          </p:cNvPr>
          <p:cNvSpPr/>
          <p:nvPr/>
        </p:nvSpPr>
        <p:spPr>
          <a:xfrm flipH="1">
            <a:off x="6866264" y="3198421"/>
            <a:ext cx="1851329" cy="561248"/>
          </a:xfrm>
          <a:custGeom>
            <a:avLst/>
            <a:gdLst>
              <a:gd name="csX0" fmla="*/ 1851329 w 1851329"/>
              <a:gd name="csY0" fmla="*/ 0 h 561248"/>
              <a:gd name="csX1" fmla="*/ 1180168 w 1851329"/>
              <a:gd name="csY1" fmla="*/ 0 h 561248"/>
              <a:gd name="csX2" fmla="*/ 1180168 w 1851329"/>
              <a:gd name="csY2" fmla="*/ 6383 h 561248"/>
              <a:gd name="csX3" fmla="*/ 925236 w 1851329"/>
              <a:gd name="csY3" fmla="*/ 342960 h 561248"/>
              <a:gd name="csX4" fmla="*/ 696127 w 1851329"/>
              <a:gd name="csY4" fmla="*/ 5604 h 561248"/>
              <a:gd name="csX5" fmla="*/ 694305 w 1851329"/>
              <a:gd name="csY5" fmla="*/ 6715 h 561248"/>
              <a:gd name="csX6" fmla="*/ 694305 w 1851329"/>
              <a:gd name="csY6" fmla="*/ 1018 h 561248"/>
              <a:gd name="csX7" fmla="*/ 0 w 1851329"/>
              <a:gd name="csY7" fmla="*/ 1018 h 561248"/>
              <a:gd name="csX8" fmla="*/ 0 w 1851329"/>
              <a:gd name="csY8" fmla="*/ 83361 h 561248"/>
              <a:gd name="csX9" fmla="*/ 674287 w 1851329"/>
              <a:gd name="csY9" fmla="*/ 83361 h 561248"/>
              <a:gd name="csX10" fmla="*/ 861450 w 1851329"/>
              <a:gd name="csY10" fmla="*/ 427174 h 561248"/>
              <a:gd name="csX11" fmla="*/ 823206 w 1851329"/>
              <a:gd name="csY11" fmla="*/ 477666 h 561248"/>
              <a:gd name="csX12" fmla="*/ 918315 w 1851329"/>
              <a:gd name="csY12" fmla="*/ 542606 h 561248"/>
              <a:gd name="csX13" fmla="*/ 921479 w 1851329"/>
              <a:gd name="csY13" fmla="*/ 537446 h 561248"/>
              <a:gd name="csX14" fmla="*/ 934436 w 1851329"/>
              <a:gd name="csY14" fmla="*/ 561248 h 561248"/>
              <a:gd name="csX15" fmla="*/ 1032765 w 1851329"/>
              <a:gd name="csY15" fmla="*/ 501294 h 561248"/>
              <a:gd name="csX16" fmla="*/ 985923 w 1851329"/>
              <a:gd name="csY16" fmla="*/ 432321 h 561248"/>
              <a:gd name="csX17" fmla="*/ 1195323 w 1851329"/>
              <a:gd name="csY17" fmla="*/ 90739 h 561248"/>
              <a:gd name="csX18" fmla="*/ 1851329 w 1851329"/>
              <a:gd name="csY18" fmla="*/ 90739 h 561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851329" h="561248">
                <a:moveTo>
                  <a:pt x="1851329" y="0"/>
                </a:moveTo>
                <a:lnTo>
                  <a:pt x="1180168" y="0"/>
                </a:lnTo>
                <a:lnTo>
                  <a:pt x="1180168" y="6383"/>
                </a:lnTo>
                <a:lnTo>
                  <a:pt x="925236" y="342960"/>
                </a:lnTo>
                <a:lnTo>
                  <a:pt x="696127" y="5604"/>
                </a:lnTo>
                <a:lnTo>
                  <a:pt x="694305" y="6715"/>
                </a:lnTo>
                <a:lnTo>
                  <a:pt x="694305" y="1018"/>
                </a:lnTo>
                <a:lnTo>
                  <a:pt x="0" y="1018"/>
                </a:lnTo>
                <a:lnTo>
                  <a:pt x="0" y="83361"/>
                </a:lnTo>
                <a:lnTo>
                  <a:pt x="674287" y="83361"/>
                </a:lnTo>
                <a:lnTo>
                  <a:pt x="861450" y="427174"/>
                </a:lnTo>
                <a:lnTo>
                  <a:pt x="823206" y="477666"/>
                </a:lnTo>
                <a:lnTo>
                  <a:pt x="918315" y="542606"/>
                </a:lnTo>
                <a:lnTo>
                  <a:pt x="921479" y="537446"/>
                </a:lnTo>
                <a:lnTo>
                  <a:pt x="934436" y="561248"/>
                </a:lnTo>
                <a:lnTo>
                  <a:pt x="1032765" y="501294"/>
                </a:lnTo>
                <a:lnTo>
                  <a:pt x="985923" y="432321"/>
                </a:lnTo>
                <a:lnTo>
                  <a:pt x="1195323" y="90739"/>
                </a:lnTo>
                <a:lnTo>
                  <a:pt x="1851329" y="90739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 dirty="0"/>
          </a:p>
        </p:txBody>
      </p:sp>
      <p:sp>
        <p:nvSpPr>
          <p:cNvPr id="90" name="Trapezoid 89">
            <a:extLst>
              <a:ext uri="{FF2B5EF4-FFF2-40B4-BE49-F238E27FC236}">
                <a16:creationId xmlns:a16="http://schemas.microsoft.com/office/drawing/2014/main" id="{699738D5-1FF2-6504-FA02-59833958CDC9}"/>
              </a:ext>
            </a:extLst>
          </p:cNvPr>
          <p:cNvSpPr/>
          <p:nvPr/>
        </p:nvSpPr>
        <p:spPr>
          <a:xfrm>
            <a:off x="6729489" y="3629276"/>
            <a:ext cx="2123498" cy="1715036"/>
          </a:xfrm>
          <a:prstGeom prst="trapezoid">
            <a:avLst>
              <a:gd name="adj" fmla="val 54485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000" dirty="0"/>
          </a:p>
        </p:txBody>
      </p: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7ADB96E6-2943-BD1F-889B-60A8CBB2EF42}"/>
              </a:ext>
            </a:extLst>
          </p:cNvPr>
          <p:cNvCxnSpPr>
            <a:cxnSpLocks/>
          </p:cNvCxnSpPr>
          <p:nvPr/>
        </p:nvCxnSpPr>
        <p:spPr>
          <a:xfrm flipH="1">
            <a:off x="7695198" y="3391992"/>
            <a:ext cx="242672" cy="380477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B23FBBE5-FC64-71DD-B642-0ED2C6DBDE82}"/>
              </a:ext>
            </a:extLst>
          </p:cNvPr>
          <p:cNvCxnSpPr>
            <a:cxnSpLocks/>
          </p:cNvCxnSpPr>
          <p:nvPr/>
        </p:nvCxnSpPr>
        <p:spPr>
          <a:xfrm>
            <a:off x="7788857" y="3352298"/>
            <a:ext cx="0" cy="466023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20F7D1E8-8557-638C-764E-04D7DC51C7EE}"/>
              </a:ext>
            </a:extLst>
          </p:cNvPr>
          <p:cNvCxnSpPr>
            <a:cxnSpLocks/>
          </p:cNvCxnSpPr>
          <p:nvPr/>
        </p:nvCxnSpPr>
        <p:spPr>
          <a:xfrm>
            <a:off x="7632700" y="3387725"/>
            <a:ext cx="232218" cy="353811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B2F123C4-38C8-757A-AAA1-E5B4C4ED959A}"/>
              </a:ext>
            </a:extLst>
          </p:cNvPr>
          <p:cNvCxnSpPr>
            <a:cxnSpLocks/>
          </p:cNvCxnSpPr>
          <p:nvPr/>
        </p:nvCxnSpPr>
        <p:spPr>
          <a:xfrm flipH="1">
            <a:off x="3052596" y="3314700"/>
            <a:ext cx="188125" cy="179246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TextBox 311">
            <a:extLst>
              <a:ext uri="{FF2B5EF4-FFF2-40B4-BE49-F238E27FC236}">
                <a16:creationId xmlns:a16="http://schemas.microsoft.com/office/drawing/2014/main" id="{409ADECD-8159-D844-10E9-1E1A72D0AA29}"/>
              </a:ext>
            </a:extLst>
          </p:cNvPr>
          <p:cNvSpPr txBox="1"/>
          <p:nvPr/>
        </p:nvSpPr>
        <p:spPr>
          <a:xfrm>
            <a:off x="3072282" y="3774569"/>
            <a:ext cx="513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Georgia" panose="02040502050405020303" pitchFamily="18" charset="0"/>
              </a:rPr>
              <a:t>d</a:t>
            </a:r>
            <a:r>
              <a:rPr lang="en-US" sz="2400" i="1" baseline="-25000" dirty="0">
                <a:latin typeface="Georgia" panose="02040502050405020303" pitchFamily="18" charset="0"/>
              </a:rPr>
              <a:t>2</a:t>
            </a:r>
            <a:endParaRPr lang="da-DK" sz="2400" i="1" baseline="-25000" dirty="0">
              <a:latin typeface="Georgia" panose="02040502050405020303" pitchFamily="18" charset="0"/>
            </a:endParaRPr>
          </a:p>
        </p:txBody>
      </p: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FBE0042D-911C-B13E-D243-B2CBD634B3C7}"/>
              </a:ext>
            </a:extLst>
          </p:cNvPr>
          <p:cNvCxnSpPr>
            <a:cxnSpLocks/>
          </p:cNvCxnSpPr>
          <p:nvPr/>
        </p:nvCxnSpPr>
        <p:spPr>
          <a:xfrm flipH="1" flipV="1">
            <a:off x="3077025" y="3473844"/>
            <a:ext cx="784441" cy="935928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305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4109-CFA8-85A9-D3E5-6655B199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rapezoid 49">
            <a:extLst>
              <a:ext uri="{FF2B5EF4-FFF2-40B4-BE49-F238E27FC236}">
                <a16:creationId xmlns:a16="http://schemas.microsoft.com/office/drawing/2014/main" id="{14404BDD-3494-25FF-AE57-ECC9CD87A28C}"/>
              </a:ext>
            </a:extLst>
          </p:cNvPr>
          <p:cNvSpPr/>
          <p:nvPr/>
        </p:nvSpPr>
        <p:spPr>
          <a:xfrm>
            <a:off x="2814458" y="2822633"/>
            <a:ext cx="162397" cy="1479603"/>
          </a:xfrm>
          <a:prstGeom prst="trapezoid">
            <a:avLst>
              <a:gd name="adj" fmla="val 0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2DFD3E2-F7AE-E00D-B04E-6235DFA3EC92}"/>
              </a:ext>
            </a:extLst>
          </p:cNvPr>
          <p:cNvGrpSpPr/>
          <p:nvPr/>
        </p:nvGrpSpPr>
        <p:grpSpPr>
          <a:xfrm>
            <a:off x="2398822" y="2991548"/>
            <a:ext cx="998434" cy="1299305"/>
            <a:chOff x="6008960" y="2806780"/>
            <a:chExt cx="998434" cy="1446668"/>
          </a:xfr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</p:grpSpPr>
        <p:sp>
          <p:nvSpPr>
            <p:cNvPr id="51" name="Trapezoid 50">
              <a:extLst>
                <a:ext uri="{FF2B5EF4-FFF2-40B4-BE49-F238E27FC236}">
                  <a16:creationId xmlns:a16="http://schemas.microsoft.com/office/drawing/2014/main" id="{43B054C5-F456-8348-73A1-93E75DB29C09}"/>
                </a:ext>
              </a:extLst>
            </p:cNvPr>
            <p:cNvSpPr/>
            <p:nvPr/>
          </p:nvSpPr>
          <p:spPr>
            <a:xfrm>
              <a:off x="6008960" y="2806780"/>
              <a:ext cx="115165" cy="1446667"/>
            </a:xfrm>
            <a:prstGeom prst="trapezoid">
              <a:avLst>
                <a:gd name="adj" fmla="val 25502"/>
              </a:avLst>
            </a:prstGeom>
            <a:grpFill/>
            <a:ln w="6350">
              <a:solidFill>
                <a:schemeClr val="tx1"/>
              </a:solidFill>
            </a:ln>
            <a:scene3d>
              <a:camera prst="orthographicFront">
                <a:rot lat="0" lon="0" rev="24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dirty="0"/>
            </a:p>
          </p:txBody>
        </p:sp>
        <p:sp>
          <p:nvSpPr>
            <p:cNvPr id="55" name="Trapezoid 54">
              <a:extLst>
                <a:ext uri="{FF2B5EF4-FFF2-40B4-BE49-F238E27FC236}">
                  <a16:creationId xmlns:a16="http://schemas.microsoft.com/office/drawing/2014/main" id="{B72BEBC8-B687-7012-D89E-7771A01DE0F6}"/>
                </a:ext>
              </a:extLst>
            </p:cNvPr>
            <p:cNvSpPr/>
            <p:nvPr/>
          </p:nvSpPr>
          <p:spPr>
            <a:xfrm>
              <a:off x="6892229" y="2806781"/>
              <a:ext cx="115165" cy="1446667"/>
            </a:xfrm>
            <a:prstGeom prst="trapezoid">
              <a:avLst>
                <a:gd name="adj" fmla="val 25502"/>
              </a:avLst>
            </a:prstGeom>
            <a:grpFill/>
            <a:ln w="6350">
              <a:solidFill>
                <a:schemeClr val="tx1"/>
              </a:solidFill>
            </a:ln>
            <a:scene3d>
              <a:camera prst="orthographicFront">
                <a:rot lat="0" lon="0" rev="19199999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dirty="0"/>
            </a:p>
          </p:txBody>
        </p:sp>
      </p:grpSp>
      <p:sp>
        <p:nvSpPr>
          <p:cNvPr id="60" name="Trapezoid 59">
            <a:extLst>
              <a:ext uri="{FF2B5EF4-FFF2-40B4-BE49-F238E27FC236}">
                <a16:creationId xmlns:a16="http://schemas.microsoft.com/office/drawing/2014/main" id="{88F1485C-C4CB-F1E3-BFF4-B3F1A393C0DF}"/>
              </a:ext>
            </a:extLst>
          </p:cNvPr>
          <p:cNvSpPr/>
          <p:nvPr/>
        </p:nvSpPr>
        <p:spPr>
          <a:xfrm>
            <a:off x="1832320" y="4043258"/>
            <a:ext cx="2123498" cy="1237554"/>
          </a:xfrm>
          <a:prstGeom prst="trapezoid">
            <a:avLst>
              <a:gd name="adj" fmla="val 72902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D6F6D11-F069-AE28-5E4C-78B618217321}"/>
              </a:ext>
            </a:extLst>
          </p:cNvPr>
          <p:cNvSpPr/>
          <p:nvPr/>
        </p:nvSpPr>
        <p:spPr>
          <a:xfrm>
            <a:off x="2201975" y="1200150"/>
            <a:ext cx="1384188" cy="176723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1390838-E579-1361-CF14-44AD7779F74B}"/>
              </a:ext>
            </a:extLst>
          </p:cNvPr>
          <p:cNvGrpSpPr/>
          <p:nvPr/>
        </p:nvGrpSpPr>
        <p:grpSpPr>
          <a:xfrm>
            <a:off x="1583905" y="2824077"/>
            <a:ext cx="2620327" cy="150999"/>
            <a:chOff x="1738312" y="3461248"/>
            <a:chExt cx="2620327" cy="235168"/>
          </a:xfrm>
          <a:solidFill>
            <a:srgbClr val="FFFF00">
              <a:alpha val="50000"/>
            </a:srgbClr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9C97890-9616-C1E6-9B3B-985645CD9D1D}"/>
                </a:ext>
              </a:extLst>
            </p:cNvPr>
            <p:cNvSpPr/>
            <p:nvPr/>
          </p:nvSpPr>
          <p:spPr>
            <a:xfrm>
              <a:off x="1738312" y="3464225"/>
              <a:ext cx="1003872" cy="232191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F09B2F5-5D48-4D7F-3C98-05D9BE7DC0F7}"/>
                </a:ext>
              </a:extLst>
            </p:cNvPr>
            <p:cNvSpPr/>
            <p:nvPr/>
          </p:nvSpPr>
          <p:spPr>
            <a:xfrm>
              <a:off x="3354767" y="3461248"/>
              <a:ext cx="1003872" cy="232191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D59D8D8B-7677-3F9E-CAF1-73E06F5EB2F9}"/>
              </a:ext>
            </a:extLst>
          </p:cNvPr>
          <p:cNvSpPr/>
          <p:nvPr/>
        </p:nvSpPr>
        <p:spPr>
          <a:xfrm>
            <a:off x="2170230" y="902393"/>
            <a:ext cx="109728" cy="192024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2521679-96C2-4838-007C-3E53F97EC883}"/>
              </a:ext>
            </a:extLst>
          </p:cNvPr>
          <p:cNvSpPr/>
          <p:nvPr/>
        </p:nvSpPr>
        <p:spPr>
          <a:xfrm>
            <a:off x="3516114" y="902393"/>
            <a:ext cx="109728" cy="192024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47" name="Flowchart: Manual Input 46">
            <a:extLst>
              <a:ext uri="{FF2B5EF4-FFF2-40B4-BE49-F238E27FC236}">
                <a16:creationId xmlns:a16="http://schemas.microsoft.com/office/drawing/2014/main" id="{41295E26-C41A-755D-B006-792D3874587B}"/>
              </a:ext>
            </a:extLst>
          </p:cNvPr>
          <p:cNvSpPr/>
          <p:nvPr/>
        </p:nvSpPr>
        <p:spPr>
          <a:xfrm>
            <a:off x="2985762" y="2681176"/>
            <a:ext cx="640080" cy="142880"/>
          </a:xfrm>
          <a:prstGeom prst="flowChartManualInpu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49" name="Flowchart: Manual Input 48">
            <a:extLst>
              <a:ext uri="{FF2B5EF4-FFF2-40B4-BE49-F238E27FC236}">
                <a16:creationId xmlns:a16="http://schemas.microsoft.com/office/drawing/2014/main" id="{6736C150-7669-E55E-8DAC-0A0BF29E08BE}"/>
              </a:ext>
            </a:extLst>
          </p:cNvPr>
          <p:cNvSpPr/>
          <p:nvPr/>
        </p:nvSpPr>
        <p:spPr>
          <a:xfrm flipH="1">
            <a:off x="2170230" y="2679753"/>
            <a:ext cx="640080" cy="142880"/>
          </a:xfrm>
          <a:prstGeom prst="flowChartManualInpu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6FF359B-1DEC-8275-EEF2-70AE7F38317D}"/>
              </a:ext>
            </a:extLst>
          </p:cNvPr>
          <p:cNvGrpSpPr/>
          <p:nvPr/>
        </p:nvGrpSpPr>
        <p:grpSpPr>
          <a:xfrm>
            <a:off x="1877538" y="943457"/>
            <a:ext cx="2033062" cy="1793451"/>
            <a:chOff x="5487997" y="968935"/>
            <a:chExt cx="2033062" cy="1793451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B5447F9-4029-37D1-7654-BC88B74765A5}"/>
                </a:ext>
              </a:extLst>
            </p:cNvPr>
            <p:cNvSpPr/>
            <p:nvPr/>
          </p:nvSpPr>
          <p:spPr>
            <a:xfrm>
              <a:off x="548799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EEEC142-2684-3078-EA44-FAAA973632FB}"/>
                </a:ext>
              </a:extLst>
            </p:cNvPr>
            <p:cNvSpPr/>
            <p:nvPr/>
          </p:nvSpPr>
          <p:spPr>
            <a:xfrm>
              <a:off x="548799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5030DC9-C2CA-F261-91DF-774A5241CA99}"/>
                </a:ext>
              </a:extLst>
            </p:cNvPr>
            <p:cNvSpPr/>
            <p:nvPr/>
          </p:nvSpPr>
          <p:spPr>
            <a:xfrm>
              <a:off x="548799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FE5B062-285D-E80E-F91E-E44A25E2BC15}"/>
                </a:ext>
              </a:extLst>
            </p:cNvPr>
            <p:cNvSpPr/>
            <p:nvPr/>
          </p:nvSpPr>
          <p:spPr>
            <a:xfrm>
              <a:off x="548799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35DA9B0-4BFB-21F1-DEFE-FE7DD6B86795}"/>
                </a:ext>
              </a:extLst>
            </p:cNvPr>
            <p:cNvSpPr/>
            <p:nvPr/>
          </p:nvSpPr>
          <p:spPr>
            <a:xfrm>
              <a:off x="548799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AE56BC6-3211-E61A-CE6C-666C5A6BBB59}"/>
                </a:ext>
              </a:extLst>
            </p:cNvPr>
            <p:cNvSpPr/>
            <p:nvPr/>
          </p:nvSpPr>
          <p:spPr>
            <a:xfrm>
              <a:off x="549171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85C917C-9811-7F8D-68F8-2FA07A554A3F}"/>
                </a:ext>
              </a:extLst>
            </p:cNvPr>
            <p:cNvSpPr/>
            <p:nvPr/>
          </p:nvSpPr>
          <p:spPr>
            <a:xfrm>
              <a:off x="737445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7A13D28-3558-90A6-8052-D686326CA7F9}"/>
                </a:ext>
              </a:extLst>
            </p:cNvPr>
            <p:cNvSpPr/>
            <p:nvPr/>
          </p:nvSpPr>
          <p:spPr>
            <a:xfrm>
              <a:off x="737445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2FE59B8-454B-CADE-1FE6-5E684E68E5FC}"/>
                </a:ext>
              </a:extLst>
            </p:cNvPr>
            <p:cNvSpPr/>
            <p:nvPr/>
          </p:nvSpPr>
          <p:spPr>
            <a:xfrm>
              <a:off x="737445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C135F25-E46C-5AD7-7E77-BFB7B2A47B1B}"/>
                </a:ext>
              </a:extLst>
            </p:cNvPr>
            <p:cNvSpPr/>
            <p:nvPr/>
          </p:nvSpPr>
          <p:spPr>
            <a:xfrm>
              <a:off x="737445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788EF7A-9143-AFB0-53A1-8832369221BA}"/>
                </a:ext>
              </a:extLst>
            </p:cNvPr>
            <p:cNvSpPr/>
            <p:nvPr/>
          </p:nvSpPr>
          <p:spPr>
            <a:xfrm>
              <a:off x="737445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A971529-6955-15D6-84EC-AF54DA042B52}"/>
                </a:ext>
              </a:extLst>
            </p:cNvPr>
            <p:cNvSpPr/>
            <p:nvPr/>
          </p:nvSpPr>
          <p:spPr>
            <a:xfrm>
              <a:off x="737817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81" name="Rectangle: Top Corners One Rounded and One Snipped 80">
            <a:extLst>
              <a:ext uri="{FF2B5EF4-FFF2-40B4-BE49-F238E27FC236}">
                <a16:creationId xmlns:a16="http://schemas.microsoft.com/office/drawing/2014/main" id="{7C0D7711-AC04-D8F1-E566-DDA689B613D9}"/>
              </a:ext>
            </a:extLst>
          </p:cNvPr>
          <p:cNvSpPr/>
          <p:nvPr/>
        </p:nvSpPr>
        <p:spPr>
          <a:xfrm rot="10800000">
            <a:off x="3568560" y="2974582"/>
            <a:ext cx="813705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58EC4F5-8C2F-5D46-FD4C-54341EFA867F}"/>
              </a:ext>
            </a:extLst>
          </p:cNvPr>
          <p:cNvSpPr/>
          <p:nvPr/>
        </p:nvSpPr>
        <p:spPr>
          <a:xfrm>
            <a:off x="3735341" y="3118672"/>
            <a:ext cx="646923" cy="82343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14E8267-994F-E320-5B83-2AD6E26C5ED9}"/>
              </a:ext>
            </a:extLst>
          </p:cNvPr>
          <p:cNvGrpSpPr/>
          <p:nvPr/>
        </p:nvGrpSpPr>
        <p:grpSpPr>
          <a:xfrm flipH="1">
            <a:off x="1411278" y="2974581"/>
            <a:ext cx="813816" cy="367405"/>
            <a:chOff x="9214193" y="2145366"/>
            <a:chExt cx="813705" cy="367405"/>
          </a:xfrm>
          <a:solidFill>
            <a:srgbClr val="002060">
              <a:alpha val="50000"/>
            </a:srgbClr>
          </a:solidFill>
        </p:grpSpPr>
        <p:sp>
          <p:nvSpPr>
            <p:cNvPr id="83" name="Rectangle: Top Corners One Rounded and One Snipped 82">
              <a:extLst>
                <a:ext uri="{FF2B5EF4-FFF2-40B4-BE49-F238E27FC236}">
                  <a16:creationId xmlns:a16="http://schemas.microsoft.com/office/drawing/2014/main" id="{B3F0F4C2-A0BD-B21F-7B53-8DB2F0E31C8B}"/>
                </a:ext>
              </a:extLst>
            </p:cNvPr>
            <p:cNvSpPr/>
            <p:nvPr/>
          </p:nvSpPr>
          <p:spPr>
            <a:xfrm rot="10800000">
              <a:off x="9214193" y="2145366"/>
              <a:ext cx="813705" cy="367405"/>
            </a:xfrm>
            <a:prstGeom prst="snipRoundRect">
              <a:avLst>
                <a:gd name="adj1" fmla="val 0"/>
                <a:gd name="adj2" fmla="val 50000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B0C7E19-7F5D-54BA-08A7-954BDEFA3C66}"/>
                </a:ext>
              </a:extLst>
            </p:cNvPr>
            <p:cNvSpPr/>
            <p:nvPr/>
          </p:nvSpPr>
          <p:spPr>
            <a:xfrm>
              <a:off x="9380974" y="2289456"/>
              <a:ext cx="646923" cy="82343"/>
            </a:xfrm>
            <a:prstGeom prst="rect">
              <a:avLst/>
            </a:prstGeom>
            <a:solidFill>
              <a:srgbClr val="02E047">
                <a:alpha val="5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dirty="0"/>
            </a:p>
          </p:txBody>
        </p:sp>
      </p:grpSp>
      <p:sp>
        <p:nvSpPr>
          <p:cNvPr id="86" name="Trapezoid 85">
            <a:extLst>
              <a:ext uri="{FF2B5EF4-FFF2-40B4-BE49-F238E27FC236}">
                <a16:creationId xmlns:a16="http://schemas.microsoft.com/office/drawing/2014/main" id="{2B874A07-F3BA-1204-4571-051EA37C63AC}"/>
              </a:ext>
            </a:extLst>
          </p:cNvPr>
          <p:cNvSpPr/>
          <p:nvPr/>
        </p:nvSpPr>
        <p:spPr>
          <a:xfrm>
            <a:off x="7757094" y="3249590"/>
            <a:ext cx="208625" cy="268098"/>
          </a:xfrm>
          <a:prstGeom prst="trapezoid">
            <a:avLst>
              <a:gd name="adj" fmla="val 18026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88" name="Trapezoid 87">
            <a:extLst>
              <a:ext uri="{FF2B5EF4-FFF2-40B4-BE49-F238E27FC236}">
                <a16:creationId xmlns:a16="http://schemas.microsoft.com/office/drawing/2014/main" id="{E050EDAF-9EEC-82E8-09DE-19475C4003E8}"/>
              </a:ext>
            </a:extLst>
          </p:cNvPr>
          <p:cNvSpPr/>
          <p:nvPr/>
        </p:nvSpPr>
        <p:spPr>
          <a:xfrm>
            <a:off x="7690149" y="3122287"/>
            <a:ext cx="115165" cy="604025"/>
          </a:xfrm>
          <a:prstGeom prst="trapezoid">
            <a:avLst>
              <a:gd name="adj" fmla="val 25502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  <a:scene3d>
            <a:camera prst="orthographicFront">
              <a:rot lat="0" lon="0" rev="12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95E9E06-93E8-8544-6F48-FF73E8D51682}"/>
              </a:ext>
            </a:extLst>
          </p:cNvPr>
          <p:cNvSpPr/>
          <p:nvPr/>
        </p:nvSpPr>
        <p:spPr>
          <a:xfrm>
            <a:off x="7167675" y="1195492"/>
            <a:ext cx="1384188" cy="162412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6ACACC5-C151-8FED-F0A7-70EBF91BA8D5}"/>
              </a:ext>
            </a:extLst>
          </p:cNvPr>
          <p:cNvGrpSpPr/>
          <p:nvPr/>
        </p:nvGrpSpPr>
        <p:grpSpPr>
          <a:xfrm>
            <a:off x="6549604" y="2819419"/>
            <a:ext cx="2620328" cy="150999"/>
            <a:chOff x="1738311" y="3461248"/>
            <a:chExt cx="2620328" cy="235168"/>
          </a:xfrm>
          <a:solidFill>
            <a:srgbClr val="FFFF00">
              <a:alpha val="50000"/>
            </a:srgbClr>
          </a:solidFill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BEF6680-B1B7-234D-36B4-4BFA39593714}"/>
                </a:ext>
              </a:extLst>
            </p:cNvPr>
            <p:cNvSpPr/>
            <p:nvPr/>
          </p:nvSpPr>
          <p:spPr>
            <a:xfrm>
              <a:off x="1738311" y="3464226"/>
              <a:ext cx="1164715" cy="232190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6E94565-8D95-31E9-22EA-CA5A5F241E39}"/>
                </a:ext>
              </a:extLst>
            </p:cNvPr>
            <p:cNvSpPr/>
            <p:nvPr/>
          </p:nvSpPr>
          <p:spPr>
            <a:xfrm>
              <a:off x="3193926" y="3461248"/>
              <a:ext cx="1164713" cy="232190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958D6F8F-A3B3-2E5D-E7DC-AEBD3A402AD2}"/>
              </a:ext>
            </a:extLst>
          </p:cNvPr>
          <p:cNvSpPr/>
          <p:nvPr/>
        </p:nvSpPr>
        <p:spPr>
          <a:xfrm>
            <a:off x="7135930" y="897735"/>
            <a:ext cx="109728" cy="192024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E9D0EF-A758-5A98-DC94-C838F761CF66}"/>
              </a:ext>
            </a:extLst>
          </p:cNvPr>
          <p:cNvSpPr/>
          <p:nvPr/>
        </p:nvSpPr>
        <p:spPr>
          <a:xfrm>
            <a:off x="8481814" y="897735"/>
            <a:ext cx="109728" cy="192024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97" name="Flowchart: Manual Input 96">
            <a:extLst>
              <a:ext uri="{FF2B5EF4-FFF2-40B4-BE49-F238E27FC236}">
                <a16:creationId xmlns:a16="http://schemas.microsoft.com/office/drawing/2014/main" id="{E78D3411-F853-3D59-C564-0347FD171588}"/>
              </a:ext>
            </a:extLst>
          </p:cNvPr>
          <p:cNvSpPr/>
          <p:nvPr/>
        </p:nvSpPr>
        <p:spPr>
          <a:xfrm>
            <a:off x="7951462" y="2676518"/>
            <a:ext cx="640080" cy="142880"/>
          </a:xfrm>
          <a:prstGeom prst="flowChartManualInpu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98" name="Flowchart: Manual Input 97">
            <a:extLst>
              <a:ext uri="{FF2B5EF4-FFF2-40B4-BE49-F238E27FC236}">
                <a16:creationId xmlns:a16="http://schemas.microsoft.com/office/drawing/2014/main" id="{D8946BFC-1916-3FED-3453-273ECD617651}"/>
              </a:ext>
            </a:extLst>
          </p:cNvPr>
          <p:cNvSpPr/>
          <p:nvPr/>
        </p:nvSpPr>
        <p:spPr>
          <a:xfrm flipH="1">
            <a:off x="7135930" y="2675095"/>
            <a:ext cx="640080" cy="142880"/>
          </a:xfrm>
          <a:prstGeom prst="flowChartManualInput">
            <a:avLst/>
          </a:prstGeom>
          <a:gradFill flip="none" rotWithShape="1">
            <a:gsLst>
              <a:gs pos="0">
                <a:schemeClr val="bg2">
                  <a:lumMod val="25000"/>
                  <a:tint val="66000"/>
                  <a:satMod val="160000"/>
                </a:schemeClr>
              </a:gs>
              <a:gs pos="50000">
                <a:schemeClr val="bg2">
                  <a:lumMod val="25000"/>
                  <a:tint val="44500"/>
                  <a:satMod val="160000"/>
                </a:schemeClr>
              </a:gs>
              <a:gs pos="100000">
                <a:schemeClr val="bg2">
                  <a:lumMod val="2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CB6C073-D509-C6EE-2ECC-5039F0FAC194}"/>
              </a:ext>
            </a:extLst>
          </p:cNvPr>
          <p:cNvGrpSpPr/>
          <p:nvPr/>
        </p:nvGrpSpPr>
        <p:grpSpPr>
          <a:xfrm>
            <a:off x="6843238" y="938799"/>
            <a:ext cx="2033062" cy="1793451"/>
            <a:chOff x="5487997" y="968935"/>
            <a:chExt cx="2033062" cy="1793451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D181C1B-90FC-5C81-EC36-BBD8D8C55207}"/>
                </a:ext>
              </a:extLst>
            </p:cNvPr>
            <p:cNvSpPr/>
            <p:nvPr/>
          </p:nvSpPr>
          <p:spPr>
            <a:xfrm>
              <a:off x="548799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CDC17CFB-755C-48C9-D9F9-F7924FF724AD}"/>
                </a:ext>
              </a:extLst>
            </p:cNvPr>
            <p:cNvSpPr/>
            <p:nvPr/>
          </p:nvSpPr>
          <p:spPr>
            <a:xfrm>
              <a:off x="548799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9785D984-B025-214F-288B-D9BABE401B97}"/>
                </a:ext>
              </a:extLst>
            </p:cNvPr>
            <p:cNvSpPr/>
            <p:nvPr/>
          </p:nvSpPr>
          <p:spPr>
            <a:xfrm>
              <a:off x="548799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E2D593E-4D46-87BD-5848-58134594A683}"/>
                </a:ext>
              </a:extLst>
            </p:cNvPr>
            <p:cNvSpPr/>
            <p:nvPr/>
          </p:nvSpPr>
          <p:spPr>
            <a:xfrm>
              <a:off x="548799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30FB3326-99DA-7AED-794D-1CF85AB73F74}"/>
                </a:ext>
              </a:extLst>
            </p:cNvPr>
            <p:cNvSpPr/>
            <p:nvPr/>
          </p:nvSpPr>
          <p:spPr>
            <a:xfrm>
              <a:off x="548799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8E987A74-45B6-CA51-4DCC-92B557964AD2}"/>
                </a:ext>
              </a:extLst>
            </p:cNvPr>
            <p:cNvSpPr/>
            <p:nvPr/>
          </p:nvSpPr>
          <p:spPr>
            <a:xfrm>
              <a:off x="549171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A42F28A-40AE-EB90-07DD-84B94E079EF5}"/>
                </a:ext>
              </a:extLst>
            </p:cNvPr>
            <p:cNvSpPr/>
            <p:nvPr/>
          </p:nvSpPr>
          <p:spPr>
            <a:xfrm>
              <a:off x="7374457" y="968935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F9A468F-6BD9-F6F0-4ACB-77671591BEFB}"/>
                </a:ext>
              </a:extLst>
            </p:cNvPr>
            <p:cNvSpPr/>
            <p:nvPr/>
          </p:nvSpPr>
          <p:spPr>
            <a:xfrm>
              <a:off x="7374457" y="1303811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B4BBCF3-B269-2D32-9AEB-429B7CF64ED6}"/>
                </a:ext>
              </a:extLst>
            </p:cNvPr>
            <p:cNvSpPr/>
            <p:nvPr/>
          </p:nvSpPr>
          <p:spPr>
            <a:xfrm>
              <a:off x="7374457" y="163868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F43EF974-9328-8622-9CF8-C73CC92191BF}"/>
                </a:ext>
              </a:extLst>
            </p:cNvPr>
            <p:cNvSpPr/>
            <p:nvPr/>
          </p:nvSpPr>
          <p:spPr>
            <a:xfrm>
              <a:off x="7374457" y="1966867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E9C79B51-136F-3BA6-694A-5EC9FA153EAD}"/>
                </a:ext>
              </a:extLst>
            </p:cNvPr>
            <p:cNvSpPr/>
            <p:nvPr/>
          </p:nvSpPr>
          <p:spPr>
            <a:xfrm>
              <a:off x="7374457" y="2296539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3DA3E57-D6B1-B05E-3F2A-EA9A577C08AC}"/>
                </a:ext>
              </a:extLst>
            </p:cNvPr>
            <p:cNvSpPr/>
            <p:nvPr/>
          </p:nvSpPr>
          <p:spPr>
            <a:xfrm>
              <a:off x="7378179" y="2619506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112" name="Rectangle: Top Corners One Rounded and One Snipped 111">
            <a:extLst>
              <a:ext uri="{FF2B5EF4-FFF2-40B4-BE49-F238E27FC236}">
                <a16:creationId xmlns:a16="http://schemas.microsoft.com/office/drawing/2014/main" id="{BFA17FCA-3D2E-C1A1-6EF8-E2DD84D79AC4}"/>
              </a:ext>
            </a:extLst>
          </p:cNvPr>
          <p:cNvSpPr/>
          <p:nvPr/>
        </p:nvSpPr>
        <p:spPr>
          <a:xfrm rot="10800000">
            <a:off x="7974801" y="2968562"/>
            <a:ext cx="813705" cy="407785"/>
          </a:xfrm>
          <a:prstGeom prst="snipRoundRect">
            <a:avLst>
              <a:gd name="adj1" fmla="val 0"/>
              <a:gd name="adj2" fmla="val 22346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5278269-2F1E-2984-E3A9-3A4D20A2071B}"/>
              </a:ext>
            </a:extLst>
          </p:cNvPr>
          <p:cNvSpPr/>
          <p:nvPr/>
        </p:nvSpPr>
        <p:spPr>
          <a:xfrm>
            <a:off x="8055071" y="3131282"/>
            <a:ext cx="733435" cy="82343"/>
          </a:xfrm>
          <a:prstGeom prst="rec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E28BDF5-098F-7324-07F8-C90BA03EE534}"/>
              </a:ext>
            </a:extLst>
          </p:cNvPr>
          <p:cNvGrpSpPr/>
          <p:nvPr/>
        </p:nvGrpSpPr>
        <p:grpSpPr>
          <a:xfrm flipH="1">
            <a:off x="6937176" y="2971482"/>
            <a:ext cx="813816" cy="404866"/>
            <a:chOff x="9214193" y="2145366"/>
            <a:chExt cx="813705" cy="367405"/>
          </a:xfrm>
          <a:solidFill>
            <a:srgbClr val="002060">
              <a:alpha val="50000"/>
            </a:srgbClr>
          </a:solidFill>
        </p:grpSpPr>
        <p:sp>
          <p:nvSpPr>
            <p:cNvPr id="115" name="Rectangle: Top Corners One Rounded and One Snipped 114">
              <a:extLst>
                <a:ext uri="{FF2B5EF4-FFF2-40B4-BE49-F238E27FC236}">
                  <a16:creationId xmlns:a16="http://schemas.microsoft.com/office/drawing/2014/main" id="{444A7146-99DD-AB9F-B72F-9C9E2A24EE72}"/>
                </a:ext>
              </a:extLst>
            </p:cNvPr>
            <p:cNvSpPr/>
            <p:nvPr/>
          </p:nvSpPr>
          <p:spPr>
            <a:xfrm rot="10800000">
              <a:off x="9214193" y="2145366"/>
              <a:ext cx="813705" cy="367405"/>
            </a:xfrm>
            <a:prstGeom prst="snipRoundRect">
              <a:avLst>
                <a:gd name="adj1" fmla="val 0"/>
                <a:gd name="adj2" fmla="val 24723"/>
              </a:avLst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902890E-F7E5-6E21-8F65-DEB31307E813}"/>
                </a:ext>
              </a:extLst>
            </p:cNvPr>
            <p:cNvSpPr/>
            <p:nvPr/>
          </p:nvSpPr>
          <p:spPr>
            <a:xfrm>
              <a:off x="9289705" y="2289456"/>
              <a:ext cx="738193" cy="82343"/>
            </a:xfrm>
            <a:prstGeom prst="rect">
              <a:avLst/>
            </a:prstGeom>
            <a:solidFill>
              <a:srgbClr val="02E047">
                <a:alpha val="5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dirty="0"/>
            </a:p>
          </p:txBody>
        </p:sp>
      </p:grpSp>
      <p:sp>
        <p:nvSpPr>
          <p:cNvPr id="117" name="Trapezoid 116">
            <a:extLst>
              <a:ext uri="{FF2B5EF4-FFF2-40B4-BE49-F238E27FC236}">
                <a16:creationId xmlns:a16="http://schemas.microsoft.com/office/drawing/2014/main" id="{3447577F-5F7E-D30D-6C21-B54AC251B641}"/>
              </a:ext>
            </a:extLst>
          </p:cNvPr>
          <p:cNvSpPr/>
          <p:nvPr/>
        </p:nvSpPr>
        <p:spPr>
          <a:xfrm rot="10800000">
            <a:off x="7611576" y="2701672"/>
            <a:ext cx="502531" cy="551116"/>
          </a:xfrm>
          <a:prstGeom prst="trapezoid">
            <a:avLst>
              <a:gd name="adj" fmla="val 27843"/>
            </a:avLst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8" name="Trapezoid 117">
            <a:extLst>
              <a:ext uri="{FF2B5EF4-FFF2-40B4-BE49-F238E27FC236}">
                <a16:creationId xmlns:a16="http://schemas.microsoft.com/office/drawing/2014/main" id="{1A00F265-2410-AA53-9451-C0B40C48DE2B}"/>
              </a:ext>
            </a:extLst>
          </p:cNvPr>
          <p:cNvSpPr/>
          <p:nvPr/>
        </p:nvSpPr>
        <p:spPr>
          <a:xfrm rot="10800000">
            <a:off x="7757094" y="2697010"/>
            <a:ext cx="205350" cy="551115"/>
          </a:xfrm>
          <a:prstGeom prst="trapezoid">
            <a:avLst>
              <a:gd name="adj" fmla="val 18229"/>
            </a:avLst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9" name="Trapezoid 118">
            <a:extLst>
              <a:ext uri="{FF2B5EF4-FFF2-40B4-BE49-F238E27FC236}">
                <a16:creationId xmlns:a16="http://schemas.microsoft.com/office/drawing/2014/main" id="{C475B6C6-BE34-5947-11CC-0227F52D42C2}"/>
              </a:ext>
            </a:extLst>
          </p:cNvPr>
          <p:cNvSpPr/>
          <p:nvPr/>
        </p:nvSpPr>
        <p:spPr>
          <a:xfrm>
            <a:off x="7919700" y="3127186"/>
            <a:ext cx="115165" cy="598474"/>
          </a:xfrm>
          <a:prstGeom prst="trapezoid">
            <a:avLst>
              <a:gd name="adj" fmla="val 25502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rgbClr val="00B050">
                  <a:alpha val="69804"/>
                </a:srgbClr>
              </a:gs>
            </a:gsLst>
            <a:lin ang="5400000" scaled="1"/>
          </a:gradFill>
          <a:ln w="6350">
            <a:solidFill>
              <a:schemeClr val="tx1"/>
            </a:solidFill>
          </a:ln>
          <a:scene3d>
            <a:camera prst="orthographicFront">
              <a:rot lat="0" lon="0" rev="2039999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90" name="Trapezoid 89">
            <a:extLst>
              <a:ext uri="{FF2B5EF4-FFF2-40B4-BE49-F238E27FC236}">
                <a16:creationId xmlns:a16="http://schemas.microsoft.com/office/drawing/2014/main" id="{949BC9D5-E99E-6753-013A-EC4FA7A04519}"/>
              </a:ext>
            </a:extLst>
          </p:cNvPr>
          <p:cNvSpPr/>
          <p:nvPr/>
        </p:nvSpPr>
        <p:spPr>
          <a:xfrm>
            <a:off x="6800401" y="3528791"/>
            <a:ext cx="2123498" cy="1747363"/>
          </a:xfrm>
          <a:prstGeom prst="trapezoid">
            <a:avLst>
              <a:gd name="adj" fmla="val 54485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24695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BE802-4782-4BB9-FF21-DAC2A0FC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3D47364-F0E5-AE2A-509B-CF53B01E1993}"/>
              </a:ext>
            </a:extLst>
          </p:cNvPr>
          <p:cNvSpPr/>
          <p:nvPr/>
        </p:nvSpPr>
        <p:spPr>
          <a:xfrm>
            <a:off x="1915492" y="1909974"/>
            <a:ext cx="798705" cy="118741"/>
          </a:xfrm>
          <a:custGeom>
            <a:avLst/>
            <a:gdLst>
              <a:gd name="csX0" fmla="*/ 898411 w 898412"/>
              <a:gd name="csY0" fmla="*/ 0 h 118741"/>
              <a:gd name="csX1" fmla="*/ 898411 w 898412"/>
              <a:gd name="csY1" fmla="*/ 0 h 118741"/>
              <a:gd name="csX2" fmla="*/ 898412 w 898412"/>
              <a:gd name="csY2" fmla="*/ 0 h 118741"/>
              <a:gd name="csX3" fmla="*/ 898411 w 898412"/>
              <a:gd name="csY3" fmla="*/ 70038 h 118741"/>
              <a:gd name="csX4" fmla="*/ 598771 w 898412"/>
              <a:gd name="csY4" fmla="*/ 74663 h 118741"/>
              <a:gd name="csX5" fmla="*/ 516306 w 898412"/>
              <a:gd name="csY5" fmla="*/ 77623 h 118741"/>
              <a:gd name="csX6" fmla="*/ 321084 w 898412"/>
              <a:gd name="csY6" fmla="*/ 87241 h 118741"/>
              <a:gd name="csX7" fmla="*/ 248542 w 898412"/>
              <a:gd name="csY7" fmla="*/ 91903 h 118741"/>
              <a:gd name="csX8" fmla="*/ 36094 w 898412"/>
              <a:gd name="csY8" fmla="*/ 112126 h 118741"/>
              <a:gd name="csX9" fmla="*/ 0 w 898412"/>
              <a:gd name="csY9" fmla="*/ 118741 h 118741"/>
              <a:gd name="csX10" fmla="*/ 0 w 898412"/>
              <a:gd name="csY10" fmla="*/ 47104 h 118741"/>
              <a:gd name="csX11" fmla="*/ 1501 w 898412"/>
              <a:gd name="csY11" fmla="*/ 46832 h 118741"/>
              <a:gd name="csX12" fmla="*/ 10730 w 898412"/>
              <a:gd name="csY12" fmla="*/ 45734 h 118741"/>
              <a:gd name="csX13" fmla="*/ 19087 w 898412"/>
              <a:gd name="csY13" fmla="*/ 44363 h 118741"/>
              <a:gd name="csX14" fmla="*/ 134135 w 898412"/>
              <a:gd name="csY14" fmla="*/ 31022 h 118741"/>
              <a:gd name="csX15" fmla="*/ 138145 w 898412"/>
              <a:gd name="csY15" fmla="*/ 30742 h 118741"/>
              <a:gd name="csX16" fmla="*/ 293658 w 898412"/>
              <a:gd name="csY16" fmla="*/ 18141 h 118741"/>
              <a:gd name="csX17" fmla="*/ 397537 w 898412"/>
              <a:gd name="csY17" fmla="*/ 12604 h 118741"/>
              <a:gd name="csX18" fmla="*/ 426884 w 898412"/>
              <a:gd name="csY18" fmla="*/ 10552 h 118741"/>
              <a:gd name="csX19" fmla="*/ 445884 w 898412"/>
              <a:gd name="csY19" fmla="*/ 10027 h 118741"/>
              <a:gd name="csX20" fmla="*/ 477389 w 898412"/>
              <a:gd name="csY20" fmla="*/ 8348 h 118741"/>
              <a:gd name="csX21" fmla="*/ 580986 w 898412"/>
              <a:gd name="csY21" fmla="*/ 6294 h 118741"/>
              <a:gd name="csX22" fmla="*/ 789049 w 898412"/>
              <a:gd name="csY22" fmla="*/ 544 h 118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98412" h="118741">
                <a:moveTo>
                  <a:pt x="898411" y="0"/>
                </a:moveTo>
                <a:lnTo>
                  <a:pt x="898411" y="0"/>
                </a:lnTo>
                <a:lnTo>
                  <a:pt x="898412" y="0"/>
                </a:lnTo>
                <a:cubicBezTo>
                  <a:pt x="898412" y="23346"/>
                  <a:pt x="898411" y="46692"/>
                  <a:pt x="898411" y="70038"/>
                </a:cubicBezTo>
                <a:lnTo>
                  <a:pt x="598771" y="74663"/>
                </a:lnTo>
                <a:lnTo>
                  <a:pt x="516306" y="77623"/>
                </a:lnTo>
                <a:lnTo>
                  <a:pt x="321084" y="87241"/>
                </a:lnTo>
                <a:lnTo>
                  <a:pt x="248542" y="91903"/>
                </a:lnTo>
                <a:lnTo>
                  <a:pt x="36094" y="112126"/>
                </a:lnTo>
                <a:lnTo>
                  <a:pt x="0" y="118741"/>
                </a:lnTo>
                <a:lnTo>
                  <a:pt x="0" y="47104"/>
                </a:lnTo>
                <a:lnTo>
                  <a:pt x="1501" y="46832"/>
                </a:lnTo>
                <a:lnTo>
                  <a:pt x="10730" y="45734"/>
                </a:lnTo>
                <a:lnTo>
                  <a:pt x="19087" y="44363"/>
                </a:lnTo>
                <a:cubicBezTo>
                  <a:pt x="53603" y="39626"/>
                  <a:pt x="92069" y="35160"/>
                  <a:pt x="134135" y="31022"/>
                </a:cubicBezTo>
                <a:lnTo>
                  <a:pt x="138145" y="30742"/>
                </a:lnTo>
                <a:lnTo>
                  <a:pt x="293658" y="18141"/>
                </a:lnTo>
                <a:lnTo>
                  <a:pt x="397537" y="12604"/>
                </a:lnTo>
                <a:lnTo>
                  <a:pt x="426884" y="10552"/>
                </a:lnTo>
                <a:lnTo>
                  <a:pt x="445884" y="10027"/>
                </a:lnTo>
                <a:lnTo>
                  <a:pt x="477389" y="8348"/>
                </a:lnTo>
                <a:lnTo>
                  <a:pt x="580986" y="6294"/>
                </a:lnTo>
                <a:lnTo>
                  <a:pt x="789049" y="544"/>
                </a:lnTo>
                <a:close/>
              </a:path>
            </a:pathLst>
          </a:cu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da-DK" sz="240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B0D04CF-7947-F452-5E98-6082AF10DEB6}"/>
              </a:ext>
            </a:extLst>
          </p:cNvPr>
          <p:cNvSpPr/>
          <p:nvPr/>
        </p:nvSpPr>
        <p:spPr>
          <a:xfrm>
            <a:off x="1913359" y="1546860"/>
            <a:ext cx="640080" cy="2293620"/>
          </a:xfrm>
          <a:custGeom>
            <a:avLst/>
            <a:gdLst>
              <a:gd name="csX0" fmla="*/ 0 w 640080"/>
              <a:gd name="csY0" fmla="*/ 0 h 2453476"/>
              <a:gd name="csX1" fmla="*/ 640080 w 640080"/>
              <a:gd name="csY1" fmla="*/ 0 h 2453476"/>
              <a:gd name="csX2" fmla="*/ 640080 w 640080"/>
              <a:gd name="csY2" fmla="*/ 1079044 h 2453476"/>
              <a:gd name="csX3" fmla="*/ 345185 w 640080"/>
              <a:gd name="csY3" fmla="*/ 1500323 h 2453476"/>
              <a:gd name="csX4" fmla="*/ 345185 w 640080"/>
              <a:gd name="csY4" fmla="*/ 2453476 h 2453476"/>
              <a:gd name="csX5" fmla="*/ 299466 w 640080"/>
              <a:gd name="csY5" fmla="*/ 2453476 h 2453476"/>
              <a:gd name="csX6" fmla="*/ 299466 w 640080"/>
              <a:gd name="csY6" fmla="*/ 1506853 h 2453476"/>
              <a:gd name="csX7" fmla="*/ 0 w 640080"/>
              <a:gd name="csY7" fmla="*/ 1079044 h 2453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40080" h="2453476">
                <a:moveTo>
                  <a:pt x="0" y="0"/>
                </a:moveTo>
                <a:lnTo>
                  <a:pt x="640080" y="0"/>
                </a:lnTo>
                <a:lnTo>
                  <a:pt x="640080" y="1079044"/>
                </a:lnTo>
                <a:lnTo>
                  <a:pt x="345185" y="1500323"/>
                </a:lnTo>
                <a:lnTo>
                  <a:pt x="345185" y="2453476"/>
                </a:lnTo>
                <a:lnTo>
                  <a:pt x="299466" y="2453476"/>
                </a:lnTo>
                <a:lnTo>
                  <a:pt x="299466" y="1506853"/>
                </a:lnTo>
                <a:lnTo>
                  <a:pt x="0" y="1079044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da-DK" sz="2400" dirty="0"/>
          </a:p>
        </p:txBody>
      </p:sp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B010C743-D7F7-6A87-AF8C-1196BC76031C}"/>
              </a:ext>
            </a:extLst>
          </p:cNvPr>
          <p:cNvSpPr/>
          <p:nvPr/>
        </p:nvSpPr>
        <p:spPr>
          <a:xfrm rot="10800000">
            <a:off x="2350814" y="3303420"/>
            <a:ext cx="813705" cy="407785"/>
          </a:xfrm>
          <a:prstGeom prst="snipRoundRect">
            <a:avLst>
              <a:gd name="adj1" fmla="val 0"/>
              <a:gd name="adj2" fmla="val 22346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da-DK" sz="2400"/>
          </a:p>
        </p:txBody>
      </p:sp>
      <p:sp>
        <p:nvSpPr>
          <p:cNvPr id="7" name="Rectangle: Top Corners One Rounded and One Snipped 6">
            <a:extLst>
              <a:ext uri="{FF2B5EF4-FFF2-40B4-BE49-F238E27FC236}">
                <a16:creationId xmlns:a16="http://schemas.microsoft.com/office/drawing/2014/main" id="{DEBC3739-8C92-6DE4-91D5-D66CB082D8DC}"/>
              </a:ext>
            </a:extLst>
          </p:cNvPr>
          <p:cNvSpPr/>
          <p:nvPr/>
        </p:nvSpPr>
        <p:spPr>
          <a:xfrm rot="10800000" flipH="1">
            <a:off x="1313189" y="3306340"/>
            <a:ext cx="813816" cy="404866"/>
          </a:xfrm>
          <a:prstGeom prst="snipRoundRect">
            <a:avLst>
              <a:gd name="adj1" fmla="val 0"/>
              <a:gd name="adj2" fmla="val 24723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da-DK" sz="24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AFEED73-5D07-875B-EE91-14B95C994C97}"/>
              </a:ext>
            </a:extLst>
          </p:cNvPr>
          <p:cNvSpPr/>
          <p:nvPr/>
        </p:nvSpPr>
        <p:spPr>
          <a:xfrm flipH="1">
            <a:off x="1313189" y="3465121"/>
            <a:ext cx="1851329" cy="561248"/>
          </a:xfrm>
          <a:custGeom>
            <a:avLst/>
            <a:gdLst>
              <a:gd name="csX0" fmla="*/ 1851329 w 1851329"/>
              <a:gd name="csY0" fmla="*/ 0 h 561248"/>
              <a:gd name="csX1" fmla="*/ 1180168 w 1851329"/>
              <a:gd name="csY1" fmla="*/ 0 h 561248"/>
              <a:gd name="csX2" fmla="*/ 1180168 w 1851329"/>
              <a:gd name="csY2" fmla="*/ 6383 h 561248"/>
              <a:gd name="csX3" fmla="*/ 925236 w 1851329"/>
              <a:gd name="csY3" fmla="*/ 342960 h 561248"/>
              <a:gd name="csX4" fmla="*/ 696127 w 1851329"/>
              <a:gd name="csY4" fmla="*/ 5604 h 561248"/>
              <a:gd name="csX5" fmla="*/ 694305 w 1851329"/>
              <a:gd name="csY5" fmla="*/ 6715 h 561248"/>
              <a:gd name="csX6" fmla="*/ 694305 w 1851329"/>
              <a:gd name="csY6" fmla="*/ 1018 h 561248"/>
              <a:gd name="csX7" fmla="*/ 0 w 1851329"/>
              <a:gd name="csY7" fmla="*/ 1018 h 561248"/>
              <a:gd name="csX8" fmla="*/ 0 w 1851329"/>
              <a:gd name="csY8" fmla="*/ 83361 h 561248"/>
              <a:gd name="csX9" fmla="*/ 674287 w 1851329"/>
              <a:gd name="csY9" fmla="*/ 83361 h 561248"/>
              <a:gd name="csX10" fmla="*/ 861450 w 1851329"/>
              <a:gd name="csY10" fmla="*/ 427174 h 561248"/>
              <a:gd name="csX11" fmla="*/ 823206 w 1851329"/>
              <a:gd name="csY11" fmla="*/ 477666 h 561248"/>
              <a:gd name="csX12" fmla="*/ 918315 w 1851329"/>
              <a:gd name="csY12" fmla="*/ 542606 h 561248"/>
              <a:gd name="csX13" fmla="*/ 921479 w 1851329"/>
              <a:gd name="csY13" fmla="*/ 537446 h 561248"/>
              <a:gd name="csX14" fmla="*/ 934436 w 1851329"/>
              <a:gd name="csY14" fmla="*/ 561248 h 561248"/>
              <a:gd name="csX15" fmla="*/ 1032765 w 1851329"/>
              <a:gd name="csY15" fmla="*/ 501294 h 561248"/>
              <a:gd name="csX16" fmla="*/ 985923 w 1851329"/>
              <a:gd name="csY16" fmla="*/ 432321 h 561248"/>
              <a:gd name="csX17" fmla="*/ 1195323 w 1851329"/>
              <a:gd name="csY17" fmla="*/ 90739 h 561248"/>
              <a:gd name="csX18" fmla="*/ 1851329 w 1851329"/>
              <a:gd name="csY18" fmla="*/ 90739 h 561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851329" h="561248">
                <a:moveTo>
                  <a:pt x="1851329" y="0"/>
                </a:moveTo>
                <a:lnTo>
                  <a:pt x="1180168" y="0"/>
                </a:lnTo>
                <a:lnTo>
                  <a:pt x="1180168" y="6383"/>
                </a:lnTo>
                <a:lnTo>
                  <a:pt x="925236" y="342960"/>
                </a:lnTo>
                <a:lnTo>
                  <a:pt x="696127" y="5604"/>
                </a:lnTo>
                <a:lnTo>
                  <a:pt x="694305" y="6715"/>
                </a:lnTo>
                <a:lnTo>
                  <a:pt x="694305" y="1018"/>
                </a:lnTo>
                <a:lnTo>
                  <a:pt x="0" y="1018"/>
                </a:lnTo>
                <a:lnTo>
                  <a:pt x="0" y="83361"/>
                </a:lnTo>
                <a:lnTo>
                  <a:pt x="674287" y="83361"/>
                </a:lnTo>
                <a:lnTo>
                  <a:pt x="861450" y="427174"/>
                </a:lnTo>
                <a:lnTo>
                  <a:pt x="823206" y="477666"/>
                </a:lnTo>
                <a:lnTo>
                  <a:pt x="918315" y="542606"/>
                </a:lnTo>
                <a:lnTo>
                  <a:pt x="921479" y="537446"/>
                </a:lnTo>
                <a:lnTo>
                  <a:pt x="934436" y="561248"/>
                </a:lnTo>
                <a:lnTo>
                  <a:pt x="1032765" y="501294"/>
                </a:lnTo>
                <a:lnTo>
                  <a:pt x="985923" y="432321"/>
                </a:lnTo>
                <a:lnTo>
                  <a:pt x="1195323" y="90739"/>
                </a:lnTo>
                <a:lnTo>
                  <a:pt x="1851329" y="90739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da-DK" sz="2400" dirty="0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E099B95F-2E8B-1DFA-6172-F416B45412FC}"/>
              </a:ext>
            </a:extLst>
          </p:cNvPr>
          <p:cNvSpPr/>
          <p:nvPr/>
        </p:nvSpPr>
        <p:spPr>
          <a:xfrm>
            <a:off x="1434465" y="3895976"/>
            <a:ext cx="1607396" cy="1076315"/>
          </a:xfrm>
          <a:prstGeom prst="trapezoid">
            <a:avLst>
              <a:gd name="adj" fmla="val 67238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da-DK" sz="24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AB756E-A367-E8DD-4D8E-E590743426BF}"/>
              </a:ext>
            </a:extLst>
          </p:cNvPr>
          <p:cNvCxnSpPr>
            <a:cxnSpLocks/>
          </p:cNvCxnSpPr>
          <p:nvPr/>
        </p:nvCxnSpPr>
        <p:spPr>
          <a:xfrm flipH="1">
            <a:off x="2142123" y="3658692"/>
            <a:ext cx="242672" cy="380477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A35AF6-04BA-E11F-2A24-B7094155F58C}"/>
              </a:ext>
            </a:extLst>
          </p:cNvPr>
          <p:cNvCxnSpPr>
            <a:cxnSpLocks/>
          </p:cNvCxnSpPr>
          <p:nvPr/>
        </p:nvCxnSpPr>
        <p:spPr>
          <a:xfrm>
            <a:off x="2079625" y="3654425"/>
            <a:ext cx="232218" cy="353811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D85021-90B8-174A-B153-DCD96614F890}"/>
              </a:ext>
            </a:extLst>
          </p:cNvPr>
          <p:cNvGrpSpPr/>
          <p:nvPr/>
        </p:nvGrpSpPr>
        <p:grpSpPr>
          <a:xfrm>
            <a:off x="1807852" y="2945113"/>
            <a:ext cx="855860" cy="142880"/>
            <a:chOff x="7362788" y="2657528"/>
            <a:chExt cx="855860" cy="14288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2136EDC-0648-0E87-94DD-C01056A5C238}"/>
                </a:ext>
              </a:extLst>
            </p:cNvPr>
            <p:cNvSpPr/>
            <p:nvPr/>
          </p:nvSpPr>
          <p:spPr>
            <a:xfrm>
              <a:off x="7362788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da-DK" sz="24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6BBF3D4-F179-65D9-79E4-7334C4BFE4FD}"/>
                </a:ext>
              </a:extLst>
            </p:cNvPr>
            <p:cNvSpPr/>
            <p:nvPr/>
          </p:nvSpPr>
          <p:spPr>
            <a:xfrm>
              <a:off x="8075768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da-DK" sz="24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6FB571-A77E-C513-C8AC-69099A0C91BD}"/>
              </a:ext>
            </a:extLst>
          </p:cNvPr>
          <p:cNvGrpSpPr/>
          <p:nvPr/>
        </p:nvGrpSpPr>
        <p:grpSpPr>
          <a:xfrm>
            <a:off x="1696727" y="2774040"/>
            <a:ext cx="1078110" cy="142880"/>
            <a:chOff x="7140538" y="2657528"/>
            <a:chExt cx="1078110" cy="14288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3849F95-89AD-F02D-125E-5577AE30629F}"/>
                </a:ext>
              </a:extLst>
            </p:cNvPr>
            <p:cNvSpPr/>
            <p:nvPr/>
          </p:nvSpPr>
          <p:spPr>
            <a:xfrm>
              <a:off x="7140538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da-DK" sz="24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746557E-BB60-CD57-2C51-0B6B60B2CBA3}"/>
                </a:ext>
              </a:extLst>
            </p:cNvPr>
            <p:cNvSpPr/>
            <p:nvPr/>
          </p:nvSpPr>
          <p:spPr>
            <a:xfrm>
              <a:off x="8075768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da-DK" sz="24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89C960-E840-9D89-CAC6-1A81F1125914}"/>
              </a:ext>
            </a:extLst>
          </p:cNvPr>
          <p:cNvGrpSpPr/>
          <p:nvPr/>
        </p:nvGrpSpPr>
        <p:grpSpPr>
          <a:xfrm>
            <a:off x="1582074" y="2602967"/>
            <a:ext cx="1307415" cy="142880"/>
            <a:chOff x="6911233" y="2657528"/>
            <a:chExt cx="1307415" cy="14288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E4AA4B5-C4A1-7E59-C140-05AE97BE73C0}"/>
                </a:ext>
              </a:extLst>
            </p:cNvPr>
            <p:cNvSpPr/>
            <p:nvPr/>
          </p:nvSpPr>
          <p:spPr>
            <a:xfrm>
              <a:off x="6911233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da-DK" sz="24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B4CAA74-83C3-B184-F471-1B30E8C69C98}"/>
                </a:ext>
              </a:extLst>
            </p:cNvPr>
            <p:cNvSpPr/>
            <p:nvPr/>
          </p:nvSpPr>
          <p:spPr>
            <a:xfrm>
              <a:off x="8075768" y="2657528"/>
              <a:ext cx="142880" cy="14288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da-DK" sz="240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5F0B39-4A43-60CF-3F84-499A3A8B28B9}"/>
              </a:ext>
            </a:extLst>
          </p:cNvPr>
          <p:cNvCxnSpPr>
            <a:cxnSpLocks/>
          </p:cNvCxnSpPr>
          <p:nvPr/>
        </p:nvCxnSpPr>
        <p:spPr>
          <a:xfrm>
            <a:off x="2235782" y="1433513"/>
            <a:ext cx="0" cy="2651508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54E2851-6A63-21E9-D8BF-10C75B67E777}"/>
              </a:ext>
            </a:extLst>
          </p:cNvPr>
          <p:cNvSpPr/>
          <p:nvPr/>
        </p:nvSpPr>
        <p:spPr>
          <a:xfrm>
            <a:off x="1752601" y="1957963"/>
            <a:ext cx="961596" cy="281890"/>
          </a:xfrm>
          <a:custGeom>
            <a:avLst/>
            <a:gdLst>
              <a:gd name="csX0" fmla="*/ 13468 w 1081637"/>
              <a:gd name="csY0" fmla="*/ 73504 h 281890"/>
              <a:gd name="csX1" fmla="*/ 18254 w 1081637"/>
              <a:gd name="csY1" fmla="*/ 78616 h 281890"/>
              <a:gd name="csX2" fmla="*/ 22465 w 1081637"/>
              <a:gd name="csY2" fmla="*/ 80085 h 281890"/>
              <a:gd name="csX3" fmla="*/ 51682 w 1081637"/>
              <a:gd name="csY3" fmla="*/ 90278 h 281890"/>
              <a:gd name="csX4" fmla="*/ 183226 w 1081637"/>
              <a:gd name="csY4" fmla="*/ 0 h 281890"/>
              <a:gd name="csX5" fmla="*/ 183226 w 1081637"/>
              <a:gd name="csY5" fmla="*/ 71637 h 281890"/>
              <a:gd name="csX6" fmla="*/ 61960 w 1081637"/>
              <a:gd name="csY6" fmla="*/ 93863 h 281890"/>
              <a:gd name="csX7" fmla="*/ 70950 w 1081637"/>
              <a:gd name="csY7" fmla="*/ 97000 h 281890"/>
              <a:gd name="csX8" fmla="*/ 192680 w 1081637"/>
              <a:gd name="csY8" fmla="*/ 118989 h 281890"/>
              <a:gd name="csX9" fmla="*/ 229805 w 1081637"/>
              <a:gd name="csY9" fmla="*/ 123984 h 281890"/>
              <a:gd name="csX10" fmla="*/ 404737 w 1081637"/>
              <a:gd name="csY10" fmla="*/ 141975 h 281890"/>
              <a:gd name="csX11" fmla="*/ 600618 w 1081637"/>
              <a:gd name="csY11" fmla="*/ 153584 h 281890"/>
              <a:gd name="csX12" fmla="*/ 937051 w 1081637"/>
              <a:gd name="csY12" fmla="*/ 164385 h 281890"/>
              <a:gd name="csX13" fmla="*/ 937051 w 1081637"/>
              <a:gd name="csY13" fmla="*/ 116916 h 281890"/>
              <a:gd name="csX14" fmla="*/ 1081637 w 1081637"/>
              <a:gd name="csY14" fmla="*/ 200356 h 281890"/>
              <a:gd name="csX15" fmla="*/ 937051 w 1081637"/>
              <a:gd name="csY15" fmla="*/ 281890 h 281890"/>
              <a:gd name="csX16" fmla="*/ 937051 w 1081637"/>
              <a:gd name="csY16" fmla="*/ 234422 h 281890"/>
              <a:gd name="csX17" fmla="*/ 404737 w 1081637"/>
              <a:gd name="csY17" fmla="*/ 212012 h 281890"/>
              <a:gd name="csX18" fmla="*/ 0 w 1081637"/>
              <a:gd name="csY18" fmla="*/ 129154 h 281890"/>
              <a:gd name="csX19" fmla="*/ 0 w 1081637"/>
              <a:gd name="csY19" fmla="*/ 59117 h 281890"/>
              <a:gd name="csX20" fmla="*/ 5535 w 1081637"/>
              <a:gd name="csY20" fmla="*/ 65030 h 281890"/>
              <a:gd name="csX21" fmla="*/ 5846 w 1081637"/>
              <a:gd name="csY21" fmla="*/ 62502 h 281890"/>
              <a:gd name="csX22" fmla="*/ 0 w 1081637"/>
              <a:gd name="csY22" fmla="*/ 59117 h 281890"/>
              <a:gd name="csX23" fmla="*/ 7115 w 1081637"/>
              <a:gd name="csY23" fmla="*/ 52186 h 281890"/>
              <a:gd name="csX24" fmla="*/ 7903 w 1081637"/>
              <a:gd name="csY24" fmla="*/ 45785 h 281890"/>
              <a:gd name="csX25" fmla="*/ 18852 w 1081637"/>
              <a:gd name="csY25" fmla="*/ 40752 h 281890"/>
              <a:gd name="csX26" fmla="*/ 21975 w 1081637"/>
              <a:gd name="csY26" fmla="*/ 37710 h 281890"/>
              <a:gd name="csX27" fmla="*/ 33190 w 1081637"/>
              <a:gd name="csY27" fmla="*/ 34162 h 281890"/>
              <a:gd name="csX28" fmla="*/ 45466 w 1081637"/>
              <a:gd name="csY28" fmla="*/ 28519 h 281890"/>
              <a:gd name="csX29" fmla="*/ 71414 w 1081637"/>
              <a:gd name="csY29" fmla="*/ 22069 h 281890"/>
              <a:gd name="csX30" fmla="*/ 85000 w 1081637"/>
              <a:gd name="csY30" fmla="*/ 17771 h 281890"/>
              <a:gd name="csX31" fmla="*/ 98614 w 1081637"/>
              <a:gd name="csY31" fmla="*/ 15308 h 281890"/>
              <a:gd name="csX32" fmla="*/ 110976 w 1081637"/>
              <a:gd name="csY32" fmla="*/ 12235 h 281890"/>
              <a:gd name="csX33" fmla="*/ 160275 w 1081637"/>
              <a:gd name="csY33" fmla="*/ 4152 h 2818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081637" h="281890">
                <a:moveTo>
                  <a:pt x="13468" y="73504"/>
                </a:moveTo>
                <a:lnTo>
                  <a:pt x="18254" y="78616"/>
                </a:lnTo>
                <a:lnTo>
                  <a:pt x="22465" y="80085"/>
                </a:lnTo>
                <a:lnTo>
                  <a:pt x="51682" y="90278"/>
                </a:lnTo>
                <a:close/>
                <a:moveTo>
                  <a:pt x="183226" y="0"/>
                </a:moveTo>
                <a:lnTo>
                  <a:pt x="183226" y="71637"/>
                </a:lnTo>
                <a:lnTo>
                  <a:pt x="61960" y="93863"/>
                </a:lnTo>
                <a:lnTo>
                  <a:pt x="70950" y="97000"/>
                </a:lnTo>
                <a:lnTo>
                  <a:pt x="192680" y="118989"/>
                </a:lnTo>
                <a:lnTo>
                  <a:pt x="229805" y="123984"/>
                </a:lnTo>
                <a:lnTo>
                  <a:pt x="404737" y="141975"/>
                </a:lnTo>
                <a:lnTo>
                  <a:pt x="600618" y="153584"/>
                </a:lnTo>
                <a:lnTo>
                  <a:pt x="937051" y="164385"/>
                </a:lnTo>
                <a:lnTo>
                  <a:pt x="937051" y="116916"/>
                </a:lnTo>
                <a:lnTo>
                  <a:pt x="1081637" y="200356"/>
                </a:lnTo>
                <a:lnTo>
                  <a:pt x="937051" y="281890"/>
                </a:lnTo>
                <a:lnTo>
                  <a:pt x="937051" y="234422"/>
                </a:lnTo>
                <a:cubicBezTo>
                  <a:pt x="735814" y="231757"/>
                  <a:pt x="553732" y="223765"/>
                  <a:pt x="404737" y="212012"/>
                </a:cubicBezTo>
                <a:cubicBezTo>
                  <a:pt x="156413" y="192425"/>
                  <a:pt x="0" y="162390"/>
                  <a:pt x="0" y="129154"/>
                </a:cubicBezTo>
                <a:lnTo>
                  <a:pt x="0" y="59117"/>
                </a:lnTo>
                <a:lnTo>
                  <a:pt x="5535" y="65030"/>
                </a:lnTo>
                <a:lnTo>
                  <a:pt x="5846" y="62502"/>
                </a:lnTo>
                <a:lnTo>
                  <a:pt x="0" y="59117"/>
                </a:lnTo>
                <a:lnTo>
                  <a:pt x="7115" y="52186"/>
                </a:lnTo>
                <a:lnTo>
                  <a:pt x="7903" y="45785"/>
                </a:lnTo>
                <a:lnTo>
                  <a:pt x="18852" y="40752"/>
                </a:lnTo>
                <a:lnTo>
                  <a:pt x="21975" y="37710"/>
                </a:lnTo>
                <a:lnTo>
                  <a:pt x="33190" y="34162"/>
                </a:lnTo>
                <a:lnTo>
                  <a:pt x="45466" y="28519"/>
                </a:lnTo>
                <a:lnTo>
                  <a:pt x="71414" y="22069"/>
                </a:lnTo>
                <a:lnTo>
                  <a:pt x="85000" y="17771"/>
                </a:lnTo>
                <a:lnTo>
                  <a:pt x="98614" y="15308"/>
                </a:lnTo>
                <a:lnTo>
                  <a:pt x="110976" y="12235"/>
                </a:lnTo>
                <a:lnTo>
                  <a:pt x="160275" y="4152"/>
                </a:lnTo>
                <a:close/>
              </a:path>
            </a:pathLst>
          </a:cu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da-DK" sz="240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38A1504-A206-01C5-AC7D-4EDE7525530B}"/>
              </a:ext>
            </a:extLst>
          </p:cNvPr>
          <p:cNvSpPr txBox="1"/>
          <p:nvPr/>
        </p:nvSpPr>
        <p:spPr>
          <a:xfrm>
            <a:off x="3273063" y="2252731"/>
            <a:ext cx="15516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Induction</a:t>
            </a:r>
          </a:p>
          <a:p>
            <a:r>
              <a:rPr lang="en-US" sz="2400" dirty="0">
                <a:latin typeface="Georgia" panose="02040502050405020303" pitchFamily="18" charset="0"/>
              </a:rPr>
              <a:t>coil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67DE6DA-B121-BD31-26BA-EC231CFF9512}"/>
              </a:ext>
            </a:extLst>
          </p:cNvPr>
          <p:cNvCxnSpPr>
            <a:cxnSpLocks/>
          </p:cNvCxnSpPr>
          <p:nvPr/>
        </p:nvCxnSpPr>
        <p:spPr>
          <a:xfrm flipH="1" flipV="1">
            <a:off x="2886416" y="2672609"/>
            <a:ext cx="435428" cy="153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EA4BB756-2ACB-9895-F0CA-3C064F40A076}"/>
              </a:ext>
            </a:extLst>
          </p:cNvPr>
          <p:cNvSpPr txBox="1"/>
          <p:nvPr/>
        </p:nvSpPr>
        <p:spPr>
          <a:xfrm>
            <a:off x="3273063" y="1356053"/>
            <a:ext cx="14880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Rotating</a:t>
            </a:r>
          </a:p>
          <a:p>
            <a:r>
              <a:rPr lang="en-US" sz="2400" dirty="0">
                <a:latin typeface="Georgia" panose="02040502050405020303" pitchFamily="18" charset="0"/>
              </a:rPr>
              <a:t>electrode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97EEEA8-43BA-FD34-B02E-E5CCF37F5F79}"/>
              </a:ext>
            </a:extLst>
          </p:cNvPr>
          <p:cNvCxnSpPr>
            <a:cxnSpLocks/>
          </p:cNvCxnSpPr>
          <p:nvPr/>
        </p:nvCxnSpPr>
        <p:spPr>
          <a:xfrm flipH="1" flipV="1">
            <a:off x="2553439" y="1771552"/>
            <a:ext cx="770786" cy="9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E03F9B16-F48E-A72F-C25B-F06DD82D3A38}"/>
              </a:ext>
            </a:extLst>
          </p:cNvPr>
          <p:cNvSpPr txBox="1"/>
          <p:nvPr/>
        </p:nvSpPr>
        <p:spPr>
          <a:xfrm>
            <a:off x="3273063" y="3159359"/>
            <a:ext cx="1627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Gas nozzle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046FED1-D434-84F6-7D55-CF4D52B29B3E}"/>
              </a:ext>
            </a:extLst>
          </p:cNvPr>
          <p:cNvCxnSpPr>
            <a:cxnSpLocks/>
          </p:cNvCxnSpPr>
          <p:nvPr/>
        </p:nvCxnSpPr>
        <p:spPr>
          <a:xfrm flipH="1">
            <a:off x="3164518" y="3383809"/>
            <a:ext cx="16082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955C338F-BAB5-2D80-6D3C-8C1A47CAB57C}"/>
              </a:ext>
            </a:extLst>
          </p:cNvPr>
          <p:cNvSpPr txBox="1"/>
          <p:nvPr/>
        </p:nvSpPr>
        <p:spPr>
          <a:xfrm>
            <a:off x="3273063" y="3824368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Gas jet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BF3B3A9-DDD1-27A0-5E04-BB6C11E96FED}"/>
              </a:ext>
            </a:extLst>
          </p:cNvPr>
          <p:cNvCxnSpPr>
            <a:cxnSpLocks/>
          </p:cNvCxnSpPr>
          <p:nvPr/>
        </p:nvCxnSpPr>
        <p:spPr>
          <a:xfrm>
            <a:off x="3177339" y="3978257"/>
            <a:ext cx="146886" cy="3193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363B8B8-0DB4-1CE9-2BC8-F7EE57923639}"/>
              </a:ext>
            </a:extLst>
          </p:cNvPr>
          <p:cNvCxnSpPr>
            <a:cxnSpLocks/>
          </p:cNvCxnSpPr>
          <p:nvPr/>
        </p:nvCxnSpPr>
        <p:spPr>
          <a:xfrm flipH="1" flipV="1">
            <a:off x="2355056" y="3781425"/>
            <a:ext cx="822283" cy="19683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A2CD01DF-88F2-25AF-76EB-ABA01E445F4B}"/>
              </a:ext>
            </a:extLst>
          </p:cNvPr>
          <p:cNvSpPr txBox="1"/>
          <p:nvPr/>
        </p:nvSpPr>
        <p:spPr>
          <a:xfrm>
            <a:off x="3273063" y="4307899"/>
            <a:ext cx="1218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Powder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92A0E53-1211-CA3B-932B-FA99332013AE}"/>
              </a:ext>
            </a:extLst>
          </p:cNvPr>
          <p:cNvCxnSpPr>
            <a:cxnSpLocks/>
          </p:cNvCxnSpPr>
          <p:nvPr/>
        </p:nvCxnSpPr>
        <p:spPr>
          <a:xfrm flipH="1" flipV="1">
            <a:off x="2758352" y="4544973"/>
            <a:ext cx="558866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F581C885-2CB2-7FB3-831F-3703031E2717}"/>
              </a:ext>
            </a:extLst>
          </p:cNvPr>
          <p:cNvSpPr/>
          <p:nvPr/>
        </p:nvSpPr>
        <p:spPr>
          <a:xfrm>
            <a:off x="6520238" y="1711282"/>
            <a:ext cx="914400" cy="914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a-DK" sz="240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055B35F4-6BCA-69D2-A205-119B9081FC5C}"/>
              </a:ext>
            </a:extLst>
          </p:cNvPr>
          <p:cNvSpPr/>
          <p:nvPr/>
        </p:nvSpPr>
        <p:spPr>
          <a:xfrm>
            <a:off x="6562666" y="1718902"/>
            <a:ext cx="914400" cy="914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a-DK" sz="240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8F2F699-D057-09FD-F18A-9EA1A0848BE0}"/>
              </a:ext>
            </a:extLst>
          </p:cNvPr>
          <p:cNvSpPr/>
          <p:nvPr/>
        </p:nvSpPr>
        <p:spPr>
          <a:xfrm>
            <a:off x="6541452" y="1715092"/>
            <a:ext cx="914400" cy="914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a-DK" sz="2400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F71C02F-F29E-CABE-82FB-7B1BA8812B5E}"/>
              </a:ext>
            </a:extLst>
          </p:cNvPr>
          <p:cNvSpPr/>
          <p:nvPr/>
        </p:nvSpPr>
        <p:spPr>
          <a:xfrm>
            <a:off x="6583880" y="1718902"/>
            <a:ext cx="914400" cy="914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a-DK" sz="240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0DBF81C8-B067-862C-D870-D487D2294D49}"/>
              </a:ext>
            </a:extLst>
          </p:cNvPr>
          <p:cNvSpPr/>
          <p:nvPr/>
        </p:nvSpPr>
        <p:spPr>
          <a:xfrm>
            <a:off x="6605206" y="1715092"/>
            <a:ext cx="914400" cy="9144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a-DK" sz="240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D75B7AD-A253-5763-B106-C78BBC449FC9}"/>
              </a:ext>
            </a:extLst>
          </p:cNvPr>
          <p:cNvCxnSpPr>
            <a:cxnSpLocks/>
          </p:cNvCxnSpPr>
          <p:nvPr/>
        </p:nvCxnSpPr>
        <p:spPr>
          <a:xfrm>
            <a:off x="7010336" y="1710647"/>
            <a:ext cx="115725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B2F8EB7-505E-E62D-8F3A-A8F4BBCAA717}"/>
              </a:ext>
            </a:extLst>
          </p:cNvPr>
          <p:cNvCxnSpPr>
            <a:cxnSpLocks/>
            <a:endCxn id="146" idx="2"/>
          </p:cNvCxnSpPr>
          <p:nvPr/>
        </p:nvCxnSpPr>
        <p:spPr>
          <a:xfrm flipV="1">
            <a:off x="8620461" y="2169645"/>
            <a:ext cx="0" cy="168862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Arc 145">
            <a:extLst>
              <a:ext uri="{FF2B5EF4-FFF2-40B4-BE49-F238E27FC236}">
                <a16:creationId xmlns:a16="http://schemas.microsoft.com/office/drawing/2014/main" id="{2AF6EEAD-2269-DAC8-2346-B3BCD3AB0535}"/>
              </a:ext>
            </a:extLst>
          </p:cNvPr>
          <p:cNvSpPr/>
          <p:nvPr/>
        </p:nvSpPr>
        <p:spPr>
          <a:xfrm>
            <a:off x="7706061" y="1712445"/>
            <a:ext cx="914400" cy="914400"/>
          </a:xfrm>
          <a:prstGeom prst="arc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lang="da-DK" sz="2400"/>
          </a:p>
        </p:txBody>
      </p:sp>
      <p:sp>
        <p:nvSpPr>
          <p:cNvPr id="148" name="Trapezoid 147">
            <a:extLst>
              <a:ext uri="{FF2B5EF4-FFF2-40B4-BE49-F238E27FC236}">
                <a16:creationId xmlns:a16="http://schemas.microsoft.com/office/drawing/2014/main" id="{CACCE7E8-F430-4573-1598-84C78E20AD89}"/>
              </a:ext>
            </a:extLst>
          </p:cNvPr>
          <p:cNvSpPr/>
          <p:nvPr/>
        </p:nvSpPr>
        <p:spPr>
          <a:xfrm>
            <a:off x="7821252" y="3888469"/>
            <a:ext cx="1607396" cy="1076315"/>
          </a:xfrm>
          <a:prstGeom prst="trapezoid">
            <a:avLst>
              <a:gd name="adj" fmla="val 72548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endParaRPr lang="da-DK" sz="2400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ABA1DEC-8FB7-98B7-9B21-EC2B20033D7E}"/>
              </a:ext>
            </a:extLst>
          </p:cNvPr>
          <p:cNvGrpSpPr/>
          <p:nvPr/>
        </p:nvGrpSpPr>
        <p:grpSpPr>
          <a:xfrm>
            <a:off x="8111516" y="3090306"/>
            <a:ext cx="1029583" cy="912461"/>
            <a:chOff x="8629968" y="3519214"/>
            <a:chExt cx="442797" cy="392426"/>
          </a:xfr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16200000" scaled="1"/>
            <a:tileRect/>
          </a:gradFill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323BCC50-6850-F28C-9011-3A7C03183AAA}"/>
                </a:ext>
              </a:extLst>
            </p:cNvPr>
            <p:cNvGrpSpPr/>
            <p:nvPr/>
          </p:nvGrpSpPr>
          <p:grpSpPr>
            <a:xfrm>
              <a:off x="8629968" y="3519214"/>
              <a:ext cx="124804" cy="392426"/>
              <a:chOff x="7901940" y="2338281"/>
              <a:chExt cx="124804" cy="392426"/>
            </a:xfrm>
            <a:grpFill/>
            <a:scene3d>
              <a:camera prst="orthographicFront">
                <a:rot lat="0" lon="0" rev="2700000"/>
              </a:camera>
              <a:lightRig rig="threePt" dir="t"/>
            </a:scene3d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F871B67D-E54F-D542-8225-207544DE10E8}"/>
                  </a:ext>
                </a:extLst>
              </p:cNvPr>
              <p:cNvSpPr/>
              <p:nvPr/>
            </p:nvSpPr>
            <p:spPr>
              <a:xfrm>
                <a:off x="7901940" y="2338281"/>
                <a:ext cx="124804" cy="26468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da-DK" sz="2400"/>
              </a:p>
            </p:txBody>
          </p:sp>
          <p:sp>
            <p:nvSpPr>
              <p:cNvPr id="150" name="Isosceles Triangle 149">
                <a:extLst>
                  <a:ext uri="{FF2B5EF4-FFF2-40B4-BE49-F238E27FC236}">
                    <a16:creationId xmlns:a16="http://schemas.microsoft.com/office/drawing/2014/main" id="{055F9644-9F25-A7C8-49B1-279687DE5AD9}"/>
                  </a:ext>
                </a:extLst>
              </p:cNvPr>
              <p:cNvSpPr/>
              <p:nvPr/>
            </p:nvSpPr>
            <p:spPr>
              <a:xfrm flipV="1">
                <a:off x="7901940" y="2602967"/>
                <a:ext cx="124801" cy="12774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da-DK" sz="2400"/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7462A7B3-E27D-FEF5-E40F-C51ECFC15DDC}"/>
                </a:ext>
              </a:extLst>
            </p:cNvPr>
            <p:cNvGrpSpPr/>
            <p:nvPr/>
          </p:nvGrpSpPr>
          <p:grpSpPr>
            <a:xfrm>
              <a:off x="8947961" y="3519214"/>
              <a:ext cx="124804" cy="392426"/>
              <a:chOff x="7901940" y="2338281"/>
              <a:chExt cx="124804" cy="392426"/>
            </a:xfrm>
            <a:grpFill/>
            <a:scene3d>
              <a:camera prst="orthographicFront">
                <a:rot lat="0" lon="0" rev="18900000"/>
              </a:camera>
              <a:lightRig rig="threePt" dir="t"/>
            </a:scene3d>
          </p:grpSpPr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222E4DC3-7298-58A0-DABC-5AC406636022}"/>
                  </a:ext>
                </a:extLst>
              </p:cNvPr>
              <p:cNvSpPr/>
              <p:nvPr/>
            </p:nvSpPr>
            <p:spPr>
              <a:xfrm>
                <a:off x="7901940" y="2338281"/>
                <a:ext cx="124804" cy="26468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da-DK" sz="2400"/>
              </a:p>
            </p:txBody>
          </p:sp>
          <p:sp>
            <p:nvSpPr>
              <p:cNvPr id="157" name="Isosceles Triangle 156">
                <a:extLst>
                  <a:ext uri="{FF2B5EF4-FFF2-40B4-BE49-F238E27FC236}">
                    <a16:creationId xmlns:a16="http://schemas.microsoft.com/office/drawing/2014/main" id="{85F12744-23C5-D46D-13B9-C7491B8F9465}"/>
                  </a:ext>
                </a:extLst>
              </p:cNvPr>
              <p:cNvSpPr/>
              <p:nvPr/>
            </p:nvSpPr>
            <p:spPr>
              <a:xfrm flipV="1">
                <a:off x="7901940" y="2602967"/>
                <a:ext cx="124801" cy="12774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da-DK" sz="2400"/>
              </a:p>
            </p:txBody>
          </p: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C48462B1-A130-8EC7-68C2-445CDB0FBE67}"/>
              </a:ext>
            </a:extLst>
          </p:cNvPr>
          <p:cNvGrpSpPr/>
          <p:nvPr/>
        </p:nvGrpSpPr>
        <p:grpSpPr>
          <a:xfrm>
            <a:off x="7611924" y="3289753"/>
            <a:ext cx="2017073" cy="797236"/>
            <a:chOff x="9371997" y="634012"/>
            <a:chExt cx="2017073" cy="797236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083A1A37-D7EB-01E2-1CFB-7C8EBED3BD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1997" y="634012"/>
              <a:ext cx="797236" cy="7972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CFAA4E-3F21-AA50-3B55-F3A0FF2EB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69233" y="634012"/>
              <a:ext cx="422601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815A9856-8598-DDD1-AE5F-BE65633A63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91834" y="634012"/>
              <a:ext cx="797236" cy="7972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B0464F7D-D54F-DEFC-6AAC-FA3D5C7E353C}"/>
              </a:ext>
            </a:extLst>
          </p:cNvPr>
          <p:cNvSpPr txBox="1"/>
          <p:nvPr/>
        </p:nvSpPr>
        <p:spPr>
          <a:xfrm>
            <a:off x="5521178" y="2278458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Wire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F163472-FC66-6EFC-AAB0-5B36DB6C829B}"/>
              </a:ext>
            </a:extLst>
          </p:cNvPr>
          <p:cNvSpPr txBox="1"/>
          <p:nvPr/>
        </p:nvSpPr>
        <p:spPr>
          <a:xfrm>
            <a:off x="5160548" y="3019243"/>
            <a:ext cx="12105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latin typeface="Georgia" panose="02040502050405020303" pitchFamily="18" charset="0"/>
              </a:rPr>
              <a:t>Plasma</a:t>
            </a:r>
          </a:p>
          <a:p>
            <a:pPr algn="r"/>
            <a:r>
              <a:rPr lang="en-US" sz="2400" dirty="0">
                <a:latin typeface="Georgia" panose="02040502050405020303" pitchFamily="18" charset="0"/>
              </a:rPr>
              <a:t>torch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5A05BD8-A6A6-D229-4FCC-A0E1D499A2FF}"/>
              </a:ext>
            </a:extLst>
          </p:cNvPr>
          <p:cNvSpPr txBox="1"/>
          <p:nvPr/>
        </p:nvSpPr>
        <p:spPr>
          <a:xfrm>
            <a:off x="5160548" y="4134059"/>
            <a:ext cx="1210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Powder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F65E7C64-8B45-0CBE-BBF2-A2B4B2A6DF12}"/>
              </a:ext>
            </a:extLst>
          </p:cNvPr>
          <p:cNvCxnSpPr>
            <a:cxnSpLocks/>
          </p:cNvCxnSpPr>
          <p:nvPr/>
        </p:nvCxnSpPr>
        <p:spPr>
          <a:xfrm flipV="1">
            <a:off x="6372225" y="2555342"/>
            <a:ext cx="379556" cy="212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B11EAE93-D0BE-ECF1-84C4-F7F204FCD2CA}"/>
              </a:ext>
            </a:extLst>
          </p:cNvPr>
          <p:cNvCxnSpPr>
            <a:cxnSpLocks/>
            <a:stCxn id="185" idx="3"/>
          </p:cNvCxnSpPr>
          <p:nvPr/>
        </p:nvCxnSpPr>
        <p:spPr>
          <a:xfrm>
            <a:off x="6371091" y="3434742"/>
            <a:ext cx="1550171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CBE80B8D-C6EE-0DCF-C154-203A2CFE337F}"/>
              </a:ext>
            </a:extLst>
          </p:cNvPr>
          <p:cNvCxnSpPr>
            <a:cxnSpLocks/>
          </p:cNvCxnSpPr>
          <p:nvPr/>
        </p:nvCxnSpPr>
        <p:spPr>
          <a:xfrm>
            <a:off x="6371091" y="4398227"/>
            <a:ext cx="186275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0BE7A92B-91C5-EBBD-B112-B98ABFB23C23}"/>
              </a:ext>
            </a:extLst>
          </p:cNvPr>
          <p:cNvSpPr txBox="1"/>
          <p:nvPr/>
        </p:nvSpPr>
        <p:spPr>
          <a:xfrm>
            <a:off x="1214456" y="1433513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a)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AD7B00B-0CDD-F611-367F-8C74D796D5F8}"/>
              </a:ext>
            </a:extLst>
          </p:cNvPr>
          <p:cNvSpPr txBox="1"/>
          <p:nvPr/>
        </p:nvSpPr>
        <p:spPr>
          <a:xfrm>
            <a:off x="5233630" y="1433513"/>
            <a:ext cx="473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b)</a:t>
            </a:r>
            <a:endParaRPr lang="da-DK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487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A9C602-D8A5-886D-6150-E220D5C564C1}"/>
              </a:ext>
            </a:extLst>
          </p:cNvPr>
          <p:cNvSpPr/>
          <p:nvPr/>
        </p:nvSpPr>
        <p:spPr>
          <a:xfrm>
            <a:off x="4322618" y="1043709"/>
            <a:ext cx="2512291" cy="4239491"/>
          </a:xfrm>
          <a:prstGeom prst="roundRect">
            <a:avLst>
              <a:gd name="adj" fmla="val 3657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8304CA-38F1-AFF6-7F84-2EA9F87A0CD7}"/>
              </a:ext>
            </a:extLst>
          </p:cNvPr>
          <p:cNvSpPr/>
          <p:nvPr/>
        </p:nvSpPr>
        <p:spPr>
          <a:xfrm>
            <a:off x="3362034" y="2772061"/>
            <a:ext cx="890750" cy="78278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sp>
        <p:nvSpPr>
          <p:cNvPr id="10" name="Rectangle: Top Corners Snipped 9">
            <a:extLst>
              <a:ext uri="{FF2B5EF4-FFF2-40B4-BE49-F238E27FC236}">
                <a16:creationId xmlns:a16="http://schemas.microsoft.com/office/drawing/2014/main" id="{E805FE23-2191-0D06-BEEB-8F2F259DD5E3}"/>
              </a:ext>
            </a:extLst>
          </p:cNvPr>
          <p:cNvSpPr/>
          <p:nvPr/>
        </p:nvSpPr>
        <p:spPr>
          <a:xfrm rot="16200000">
            <a:off x="6271635" y="2480103"/>
            <a:ext cx="221678" cy="1366695"/>
          </a:xfrm>
          <a:prstGeom prst="snip2SameRect">
            <a:avLst>
              <a:gd name="adj1" fmla="val 43590"/>
              <a:gd name="adj2" fmla="val 0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7EEE5A-84DC-0D57-2386-5C09040EBC54}"/>
              </a:ext>
            </a:extLst>
          </p:cNvPr>
          <p:cNvGrpSpPr/>
          <p:nvPr/>
        </p:nvGrpSpPr>
        <p:grpSpPr>
          <a:xfrm>
            <a:off x="4327795" y="2885206"/>
            <a:ext cx="1195550" cy="578008"/>
            <a:chOff x="4327795" y="2990853"/>
            <a:chExt cx="1195550" cy="36671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5255F5F-3A27-7A36-A4CA-D7378E115258}"/>
                </a:ext>
              </a:extLst>
            </p:cNvPr>
            <p:cNvSpPr/>
            <p:nvPr/>
          </p:nvSpPr>
          <p:spPr>
            <a:xfrm rot="5400000" flipV="1">
              <a:off x="4850769" y="3159970"/>
              <a:ext cx="304594" cy="90600"/>
            </a:xfrm>
            <a:custGeom>
              <a:avLst/>
              <a:gdLst>
                <a:gd name="csX0" fmla="*/ 898411 w 898412"/>
                <a:gd name="csY0" fmla="*/ 0 h 118741"/>
                <a:gd name="csX1" fmla="*/ 898411 w 898412"/>
                <a:gd name="csY1" fmla="*/ 0 h 118741"/>
                <a:gd name="csX2" fmla="*/ 898412 w 898412"/>
                <a:gd name="csY2" fmla="*/ 0 h 118741"/>
                <a:gd name="csX3" fmla="*/ 898411 w 898412"/>
                <a:gd name="csY3" fmla="*/ 70038 h 118741"/>
                <a:gd name="csX4" fmla="*/ 598771 w 898412"/>
                <a:gd name="csY4" fmla="*/ 74663 h 118741"/>
                <a:gd name="csX5" fmla="*/ 516306 w 898412"/>
                <a:gd name="csY5" fmla="*/ 77623 h 118741"/>
                <a:gd name="csX6" fmla="*/ 321084 w 898412"/>
                <a:gd name="csY6" fmla="*/ 87241 h 118741"/>
                <a:gd name="csX7" fmla="*/ 248542 w 898412"/>
                <a:gd name="csY7" fmla="*/ 91903 h 118741"/>
                <a:gd name="csX8" fmla="*/ 36094 w 898412"/>
                <a:gd name="csY8" fmla="*/ 112126 h 118741"/>
                <a:gd name="csX9" fmla="*/ 0 w 898412"/>
                <a:gd name="csY9" fmla="*/ 118741 h 118741"/>
                <a:gd name="csX10" fmla="*/ 0 w 898412"/>
                <a:gd name="csY10" fmla="*/ 47104 h 118741"/>
                <a:gd name="csX11" fmla="*/ 1501 w 898412"/>
                <a:gd name="csY11" fmla="*/ 46832 h 118741"/>
                <a:gd name="csX12" fmla="*/ 10730 w 898412"/>
                <a:gd name="csY12" fmla="*/ 45734 h 118741"/>
                <a:gd name="csX13" fmla="*/ 19087 w 898412"/>
                <a:gd name="csY13" fmla="*/ 44363 h 118741"/>
                <a:gd name="csX14" fmla="*/ 134135 w 898412"/>
                <a:gd name="csY14" fmla="*/ 31022 h 118741"/>
                <a:gd name="csX15" fmla="*/ 138145 w 898412"/>
                <a:gd name="csY15" fmla="*/ 30742 h 118741"/>
                <a:gd name="csX16" fmla="*/ 293658 w 898412"/>
                <a:gd name="csY16" fmla="*/ 18141 h 118741"/>
                <a:gd name="csX17" fmla="*/ 397537 w 898412"/>
                <a:gd name="csY17" fmla="*/ 12604 h 118741"/>
                <a:gd name="csX18" fmla="*/ 426884 w 898412"/>
                <a:gd name="csY18" fmla="*/ 10552 h 118741"/>
                <a:gd name="csX19" fmla="*/ 445884 w 898412"/>
                <a:gd name="csY19" fmla="*/ 10027 h 118741"/>
                <a:gd name="csX20" fmla="*/ 477389 w 898412"/>
                <a:gd name="csY20" fmla="*/ 8348 h 118741"/>
                <a:gd name="csX21" fmla="*/ 580986 w 898412"/>
                <a:gd name="csY21" fmla="*/ 6294 h 118741"/>
                <a:gd name="csX22" fmla="*/ 789049 w 898412"/>
                <a:gd name="csY22" fmla="*/ 544 h 118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98412" h="118741">
                  <a:moveTo>
                    <a:pt x="898411" y="0"/>
                  </a:moveTo>
                  <a:lnTo>
                    <a:pt x="898411" y="0"/>
                  </a:lnTo>
                  <a:lnTo>
                    <a:pt x="898412" y="0"/>
                  </a:lnTo>
                  <a:cubicBezTo>
                    <a:pt x="898412" y="23346"/>
                    <a:pt x="898411" y="46692"/>
                    <a:pt x="898411" y="70038"/>
                  </a:cubicBezTo>
                  <a:lnTo>
                    <a:pt x="598771" y="74663"/>
                  </a:lnTo>
                  <a:lnTo>
                    <a:pt x="516306" y="77623"/>
                  </a:lnTo>
                  <a:lnTo>
                    <a:pt x="321084" y="87241"/>
                  </a:lnTo>
                  <a:lnTo>
                    <a:pt x="248542" y="91903"/>
                  </a:lnTo>
                  <a:lnTo>
                    <a:pt x="36094" y="112126"/>
                  </a:lnTo>
                  <a:lnTo>
                    <a:pt x="0" y="118741"/>
                  </a:lnTo>
                  <a:lnTo>
                    <a:pt x="0" y="47104"/>
                  </a:lnTo>
                  <a:lnTo>
                    <a:pt x="1501" y="46832"/>
                  </a:lnTo>
                  <a:lnTo>
                    <a:pt x="10730" y="45734"/>
                  </a:lnTo>
                  <a:lnTo>
                    <a:pt x="19087" y="44363"/>
                  </a:lnTo>
                  <a:cubicBezTo>
                    <a:pt x="53603" y="39626"/>
                    <a:pt x="92069" y="35160"/>
                    <a:pt x="134135" y="31022"/>
                  </a:cubicBezTo>
                  <a:lnTo>
                    <a:pt x="138145" y="30742"/>
                  </a:lnTo>
                  <a:lnTo>
                    <a:pt x="293658" y="18141"/>
                  </a:lnTo>
                  <a:lnTo>
                    <a:pt x="397537" y="12604"/>
                  </a:lnTo>
                  <a:lnTo>
                    <a:pt x="426884" y="10552"/>
                  </a:lnTo>
                  <a:lnTo>
                    <a:pt x="445884" y="10027"/>
                  </a:lnTo>
                  <a:lnTo>
                    <a:pt x="477389" y="8348"/>
                  </a:lnTo>
                  <a:lnTo>
                    <a:pt x="580986" y="6294"/>
                  </a:lnTo>
                  <a:lnTo>
                    <a:pt x="789049" y="544"/>
                  </a:lnTo>
                  <a:close/>
                </a:path>
              </a:pathLst>
            </a:custGeom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sz="240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3698C0-18C4-F36F-8F03-9F05983B4E7E}"/>
                </a:ext>
              </a:extLst>
            </p:cNvPr>
            <p:cNvSpPr/>
            <p:nvPr/>
          </p:nvSpPr>
          <p:spPr>
            <a:xfrm>
              <a:off x="4327795" y="3052617"/>
              <a:ext cx="1195550" cy="221673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lumMod val="60000"/>
                    <a:lumOff val="40000"/>
                  </a:schemeClr>
                </a:gs>
                <a:gs pos="0">
                  <a:srgbClr val="FF6464"/>
                </a:gs>
              </a:gsLst>
              <a:lin ang="54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96AED04-1793-624E-5969-780A2FF38254}"/>
                </a:ext>
              </a:extLst>
            </p:cNvPr>
            <p:cNvSpPr/>
            <p:nvPr/>
          </p:nvSpPr>
          <p:spPr>
            <a:xfrm rot="5400000" flipV="1">
              <a:off x="4918567" y="3066668"/>
              <a:ext cx="366714" cy="215084"/>
            </a:xfrm>
            <a:custGeom>
              <a:avLst/>
              <a:gdLst>
                <a:gd name="csX0" fmla="*/ 13468 w 1081637"/>
                <a:gd name="csY0" fmla="*/ 73504 h 281890"/>
                <a:gd name="csX1" fmla="*/ 18254 w 1081637"/>
                <a:gd name="csY1" fmla="*/ 78616 h 281890"/>
                <a:gd name="csX2" fmla="*/ 22465 w 1081637"/>
                <a:gd name="csY2" fmla="*/ 80085 h 281890"/>
                <a:gd name="csX3" fmla="*/ 51682 w 1081637"/>
                <a:gd name="csY3" fmla="*/ 90278 h 281890"/>
                <a:gd name="csX4" fmla="*/ 183226 w 1081637"/>
                <a:gd name="csY4" fmla="*/ 0 h 281890"/>
                <a:gd name="csX5" fmla="*/ 183226 w 1081637"/>
                <a:gd name="csY5" fmla="*/ 71637 h 281890"/>
                <a:gd name="csX6" fmla="*/ 61960 w 1081637"/>
                <a:gd name="csY6" fmla="*/ 93863 h 281890"/>
                <a:gd name="csX7" fmla="*/ 70950 w 1081637"/>
                <a:gd name="csY7" fmla="*/ 97000 h 281890"/>
                <a:gd name="csX8" fmla="*/ 192680 w 1081637"/>
                <a:gd name="csY8" fmla="*/ 118989 h 281890"/>
                <a:gd name="csX9" fmla="*/ 229805 w 1081637"/>
                <a:gd name="csY9" fmla="*/ 123984 h 281890"/>
                <a:gd name="csX10" fmla="*/ 404737 w 1081637"/>
                <a:gd name="csY10" fmla="*/ 141975 h 281890"/>
                <a:gd name="csX11" fmla="*/ 600618 w 1081637"/>
                <a:gd name="csY11" fmla="*/ 153584 h 281890"/>
                <a:gd name="csX12" fmla="*/ 937051 w 1081637"/>
                <a:gd name="csY12" fmla="*/ 164385 h 281890"/>
                <a:gd name="csX13" fmla="*/ 937051 w 1081637"/>
                <a:gd name="csY13" fmla="*/ 116916 h 281890"/>
                <a:gd name="csX14" fmla="*/ 1081637 w 1081637"/>
                <a:gd name="csY14" fmla="*/ 200356 h 281890"/>
                <a:gd name="csX15" fmla="*/ 937051 w 1081637"/>
                <a:gd name="csY15" fmla="*/ 281890 h 281890"/>
                <a:gd name="csX16" fmla="*/ 937051 w 1081637"/>
                <a:gd name="csY16" fmla="*/ 234422 h 281890"/>
                <a:gd name="csX17" fmla="*/ 404737 w 1081637"/>
                <a:gd name="csY17" fmla="*/ 212012 h 281890"/>
                <a:gd name="csX18" fmla="*/ 0 w 1081637"/>
                <a:gd name="csY18" fmla="*/ 129154 h 281890"/>
                <a:gd name="csX19" fmla="*/ 0 w 1081637"/>
                <a:gd name="csY19" fmla="*/ 59117 h 281890"/>
                <a:gd name="csX20" fmla="*/ 5535 w 1081637"/>
                <a:gd name="csY20" fmla="*/ 65030 h 281890"/>
                <a:gd name="csX21" fmla="*/ 5846 w 1081637"/>
                <a:gd name="csY21" fmla="*/ 62502 h 281890"/>
                <a:gd name="csX22" fmla="*/ 0 w 1081637"/>
                <a:gd name="csY22" fmla="*/ 59117 h 281890"/>
                <a:gd name="csX23" fmla="*/ 7115 w 1081637"/>
                <a:gd name="csY23" fmla="*/ 52186 h 281890"/>
                <a:gd name="csX24" fmla="*/ 7903 w 1081637"/>
                <a:gd name="csY24" fmla="*/ 45785 h 281890"/>
                <a:gd name="csX25" fmla="*/ 18852 w 1081637"/>
                <a:gd name="csY25" fmla="*/ 40752 h 281890"/>
                <a:gd name="csX26" fmla="*/ 21975 w 1081637"/>
                <a:gd name="csY26" fmla="*/ 37710 h 281890"/>
                <a:gd name="csX27" fmla="*/ 33190 w 1081637"/>
                <a:gd name="csY27" fmla="*/ 34162 h 281890"/>
                <a:gd name="csX28" fmla="*/ 45466 w 1081637"/>
                <a:gd name="csY28" fmla="*/ 28519 h 281890"/>
                <a:gd name="csX29" fmla="*/ 71414 w 1081637"/>
                <a:gd name="csY29" fmla="*/ 22069 h 281890"/>
                <a:gd name="csX30" fmla="*/ 85000 w 1081637"/>
                <a:gd name="csY30" fmla="*/ 17771 h 281890"/>
                <a:gd name="csX31" fmla="*/ 98614 w 1081637"/>
                <a:gd name="csY31" fmla="*/ 15308 h 281890"/>
                <a:gd name="csX32" fmla="*/ 110976 w 1081637"/>
                <a:gd name="csY32" fmla="*/ 12235 h 281890"/>
                <a:gd name="csX33" fmla="*/ 160275 w 1081637"/>
                <a:gd name="csY33" fmla="*/ 4152 h 281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1081637" h="281890">
                  <a:moveTo>
                    <a:pt x="13468" y="73504"/>
                  </a:moveTo>
                  <a:lnTo>
                    <a:pt x="18254" y="78616"/>
                  </a:lnTo>
                  <a:lnTo>
                    <a:pt x="22465" y="80085"/>
                  </a:lnTo>
                  <a:lnTo>
                    <a:pt x="51682" y="90278"/>
                  </a:lnTo>
                  <a:close/>
                  <a:moveTo>
                    <a:pt x="183226" y="0"/>
                  </a:moveTo>
                  <a:lnTo>
                    <a:pt x="183226" y="71637"/>
                  </a:lnTo>
                  <a:lnTo>
                    <a:pt x="61960" y="93863"/>
                  </a:lnTo>
                  <a:lnTo>
                    <a:pt x="70950" y="97000"/>
                  </a:lnTo>
                  <a:lnTo>
                    <a:pt x="192680" y="118989"/>
                  </a:lnTo>
                  <a:lnTo>
                    <a:pt x="229805" y="123984"/>
                  </a:lnTo>
                  <a:lnTo>
                    <a:pt x="404737" y="141975"/>
                  </a:lnTo>
                  <a:lnTo>
                    <a:pt x="600618" y="153584"/>
                  </a:lnTo>
                  <a:lnTo>
                    <a:pt x="937051" y="164385"/>
                  </a:lnTo>
                  <a:lnTo>
                    <a:pt x="937051" y="116916"/>
                  </a:lnTo>
                  <a:lnTo>
                    <a:pt x="1081637" y="200356"/>
                  </a:lnTo>
                  <a:lnTo>
                    <a:pt x="937051" y="281890"/>
                  </a:lnTo>
                  <a:lnTo>
                    <a:pt x="937051" y="234422"/>
                  </a:lnTo>
                  <a:cubicBezTo>
                    <a:pt x="735814" y="231757"/>
                    <a:pt x="553732" y="223765"/>
                    <a:pt x="404737" y="212012"/>
                  </a:cubicBezTo>
                  <a:cubicBezTo>
                    <a:pt x="156413" y="192425"/>
                    <a:pt x="0" y="162390"/>
                    <a:pt x="0" y="129154"/>
                  </a:cubicBezTo>
                  <a:lnTo>
                    <a:pt x="0" y="59117"/>
                  </a:lnTo>
                  <a:lnTo>
                    <a:pt x="5535" y="65030"/>
                  </a:lnTo>
                  <a:lnTo>
                    <a:pt x="5846" y="62502"/>
                  </a:lnTo>
                  <a:lnTo>
                    <a:pt x="0" y="59117"/>
                  </a:lnTo>
                  <a:lnTo>
                    <a:pt x="7115" y="52186"/>
                  </a:lnTo>
                  <a:lnTo>
                    <a:pt x="7903" y="45785"/>
                  </a:lnTo>
                  <a:lnTo>
                    <a:pt x="18852" y="40752"/>
                  </a:lnTo>
                  <a:lnTo>
                    <a:pt x="21975" y="37710"/>
                  </a:lnTo>
                  <a:lnTo>
                    <a:pt x="33190" y="34162"/>
                  </a:lnTo>
                  <a:lnTo>
                    <a:pt x="45466" y="28519"/>
                  </a:lnTo>
                  <a:lnTo>
                    <a:pt x="71414" y="22069"/>
                  </a:lnTo>
                  <a:lnTo>
                    <a:pt x="85000" y="17771"/>
                  </a:lnTo>
                  <a:lnTo>
                    <a:pt x="98614" y="15308"/>
                  </a:lnTo>
                  <a:lnTo>
                    <a:pt x="110976" y="12235"/>
                  </a:lnTo>
                  <a:lnTo>
                    <a:pt x="160275" y="4152"/>
                  </a:lnTo>
                  <a:close/>
                </a:path>
              </a:pathLst>
            </a:custGeom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rapezoid 13">
            <a:extLst>
              <a:ext uri="{FF2B5EF4-FFF2-40B4-BE49-F238E27FC236}">
                <a16:creationId xmlns:a16="http://schemas.microsoft.com/office/drawing/2014/main" id="{9544BDAC-B626-74E5-FF18-543828D6E9B1}"/>
              </a:ext>
            </a:extLst>
          </p:cNvPr>
          <p:cNvSpPr/>
          <p:nvPr/>
        </p:nvSpPr>
        <p:spPr>
          <a:xfrm>
            <a:off x="4971111" y="3345116"/>
            <a:ext cx="1117167" cy="1573875"/>
          </a:xfrm>
          <a:prstGeom prst="trapezoid">
            <a:avLst>
              <a:gd name="adj" fmla="val 50011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400" dirty="0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6438BBA8-4231-F827-9394-E4CD298BF725}"/>
              </a:ext>
            </a:extLst>
          </p:cNvPr>
          <p:cNvSpPr/>
          <p:nvPr/>
        </p:nvSpPr>
        <p:spPr>
          <a:xfrm flipV="1">
            <a:off x="4970813" y="1376470"/>
            <a:ext cx="1117167" cy="1606297"/>
          </a:xfrm>
          <a:prstGeom prst="trapezoid">
            <a:avLst>
              <a:gd name="adj" fmla="val 50011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sz="2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0B636B9-A3DC-2CAA-B938-6D206D1BBD5E}"/>
              </a:ext>
            </a:extLst>
          </p:cNvPr>
          <p:cNvSpPr/>
          <p:nvPr/>
        </p:nvSpPr>
        <p:spPr>
          <a:xfrm>
            <a:off x="5531018" y="3135826"/>
            <a:ext cx="141942" cy="70254"/>
          </a:xfrm>
          <a:prstGeom prst="ellipse">
            <a:avLst/>
          </a:prstGeom>
          <a:solidFill>
            <a:srgbClr val="FF6464"/>
          </a:solidFill>
          <a:ln>
            <a:noFill/>
          </a:ln>
          <a:effectLst>
            <a:glow rad="228600">
              <a:srgbClr val="FF0000">
                <a:alpha val="63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E52BDA-8253-6049-3A52-2D2C48BB5872}"/>
              </a:ext>
            </a:extLst>
          </p:cNvPr>
          <p:cNvSpPr/>
          <p:nvPr/>
        </p:nvSpPr>
        <p:spPr>
          <a:xfrm>
            <a:off x="4252784" y="2885206"/>
            <a:ext cx="159397" cy="55649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04A828-F17D-B008-0AB4-2DFCDB44902E}"/>
              </a:ext>
            </a:extLst>
          </p:cNvPr>
          <p:cNvSpPr/>
          <p:nvPr/>
        </p:nvSpPr>
        <p:spPr>
          <a:xfrm>
            <a:off x="5797549" y="3065660"/>
            <a:ext cx="182880" cy="182880"/>
          </a:xfrm>
          <a:prstGeom prst="ellipse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0E25CE-B54A-B0AA-F13A-4C9EAECD6CF1}"/>
              </a:ext>
            </a:extLst>
          </p:cNvPr>
          <p:cNvSpPr txBox="1"/>
          <p:nvPr/>
        </p:nvSpPr>
        <p:spPr>
          <a:xfrm>
            <a:off x="3297426" y="2913421"/>
            <a:ext cx="1051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Motor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6CCD04-0925-ECC4-5CF4-2E1EE2420BE7}"/>
              </a:ext>
            </a:extLst>
          </p:cNvPr>
          <p:cNvCxnSpPr>
            <a:cxnSpLocks/>
          </p:cNvCxnSpPr>
          <p:nvPr/>
        </p:nvCxnSpPr>
        <p:spPr>
          <a:xfrm>
            <a:off x="4182707" y="2179618"/>
            <a:ext cx="611543" cy="80293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E194D22-9799-CB3E-8C75-1A7CE8CBFA5E}"/>
              </a:ext>
            </a:extLst>
          </p:cNvPr>
          <p:cNvSpPr txBox="1"/>
          <p:nvPr/>
        </p:nvSpPr>
        <p:spPr>
          <a:xfrm>
            <a:off x="2527325" y="1746341"/>
            <a:ext cx="165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Rotating electrode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F3268E-539F-380F-A0FB-9A9545564198}"/>
              </a:ext>
            </a:extLst>
          </p:cNvPr>
          <p:cNvSpPr txBox="1"/>
          <p:nvPr/>
        </p:nvSpPr>
        <p:spPr>
          <a:xfrm>
            <a:off x="7287505" y="2165322"/>
            <a:ext cx="1985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Plasma torch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F74208D-DF67-9C59-B05E-CAF8317A0C7F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6382475" y="2319211"/>
            <a:ext cx="678732" cy="7334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29FD534-20F7-259D-622D-4975EE19F766}"/>
              </a:ext>
            </a:extLst>
          </p:cNvPr>
          <p:cNvSpPr txBox="1"/>
          <p:nvPr/>
        </p:nvSpPr>
        <p:spPr>
          <a:xfrm>
            <a:off x="7282356" y="4301498"/>
            <a:ext cx="1293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Powder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FCB6E8-A18A-2CFB-1FAA-2172A04D7E3E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5980429" y="4532331"/>
            <a:ext cx="130192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CD024CA-3027-E004-25DD-3FC125BD98E8}"/>
              </a:ext>
            </a:extLst>
          </p:cNvPr>
          <p:cNvCxnSpPr>
            <a:cxnSpLocks/>
          </p:cNvCxnSpPr>
          <p:nvPr/>
        </p:nvCxnSpPr>
        <p:spPr>
          <a:xfrm>
            <a:off x="3940620" y="2179618"/>
            <a:ext cx="24446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7BE6EE-F996-800D-6E99-214706720761}"/>
              </a:ext>
            </a:extLst>
          </p:cNvPr>
          <p:cNvCxnSpPr>
            <a:cxnSpLocks/>
          </p:cNvCxnSpPr>
          <p:nvPr/>
        </p:nvCxnSpPr>
        <p:spPr>
          <a:xfrm>
            <a:off x="7061207" y="2319210"/>
            <a:ext cx="24446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34BEF65-4374-E4E8-C5D8-125E73544427}"/>
              </a:ext>
            </a:extLst>
          </p:cNvPr>
          <p:cNvSpPr txBox="1"/>
          <p:nvPr/>
        </p:nvSpPr>
        <p:spPr>
          <a:xfrm>
            <a:off x="7282356" y="1626766"/>
            <a:ext cx="147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Inert gas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1FC7FF-5C1B-8C7A-ED27-AAAF91A6C8D7}"/>
              </a:ext>
            </a:extLst>
          </p:cNvPr>
          <p:cNvCxnSpPr>
            <a:cxnSpLocks/>
          </p:cNvCxnSpPr>
          <p:nvPr/>
        </p:nvCxnSpPr>
        <p:spPr>
          <a:xfrm flipH="1">
            <a:off x="6551669" y="1780655"/>
            <a:ext cx="504389" cy="545015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9C7DE58-9BCA-051C-6E37-C006A4CE7CB4}"/>
              </a:ext>
            </a:extLst>
          </p:cNvPr>
          <p:cNvCxnSpPr>
            <a:cxnSpLocks/>
          </p:cNvCxnSpPr>
          <p:nvPr/>
        </p:nvCxnSpPr>
        <p:spPr>
          <a:xfrm>
            <a:off x="7056058" y="1780654"/>
            <a:ext cx="24446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86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69CC11-C0DE-C22C-AC6C-014F1F611703}"/>
              </a:ext>
            </a:extLst>
          </p:cNvPr>
          <p:cNvCxnSpPr/>
          <p:nvPr/>
        </p:nvCxnSpPr>
        <p:spPr>
          <a:xfrm flipV="1">
            <a:off x="2520950" y="1200150"/>
            <a:ext cx="0" cy="352425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34213A-E41A-AC15-5846-40144B418D42}"/>
              </a:ext>
            </a:extLst>
          </p:cNvPr>
          <p:cNvCxnSpPr/>
          <p:nvPr/>
        </p:nvCxnSpPr>
        <p:spPr>
          <a:xfrm>
            <a:off x="2520950" y="1809750"/>
            <a:ext cx="544195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802CEA-D70B-AF77-316E-A2D5330F537C}"/>
              </a:ext>
            </a:extLst>
          </p:cNvPr>
          <p:cNvCxnSpPr/>
          <p:nvPr/>
        </p:nvCxnSpPr>
        <p:spPr>
          <a:xfrm>
            <a:off x="2520950" y="2927350"/>
            <a:ext cx="544195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C6F03B-4B83-08B1-C12D-0DB8839D2EFE}"/>
              </a:ext>
            </a:extLst>
          </p:cNvPr>
          <p:cNvCxnSpPr/>
          <p:nvPr/>
        </p:nvCxnSpPr>
        <p:spPr>
          <a:xfrm>
            <a:off x="2520950" y="4032250"/>
            <a:ext cx="544195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7C88D6-92B1-9573-F7B5-F279DE48A11C}"/>
              </a:ext>
            </a:extLst>
          </p:cNvPr>
          <p:cNvCxnSpPr>
            <a:cxnSpLocks/>
          </p:cNvCxnSpPr>
          <p:nvPr/>
        </p:nvCxnSpPr>
        <p:spPr>
          <a:xfrm flipV="1">
            <a:off x="3559172" y="1339850"/>
            <a:ext cx="0" cy="338455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12055-93D6-2E76-C2EE-6EB58635AF61}"/>
              </a:ext>
            </a:extLst>
          </p:cNvPr>
          <p:cNvCxnSpPr>
            <a:cxnSpLocks/>
          </p:cNvCxnSpPr>
          <p:nvPr/>
        </p:nvCxnSpPr>
        <p:spPr>
          <a:xfrm flipV="1">
            <a:off x="4051300" y="1339850"/>
            <a:ext cx="0" cy="338455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DE08E8-ABF1-7171-C7F5-3DD170994230}"/>
              </a:ext>
            </a:extLst>
          </p:cNvPr>
          <p:cNvCxnSpPr>
            <a:cxnSpLocks/>
          </p:cNvCxnSpPr>
          <p:nvPr/>
        </p:nvCxnSpPr>
        <p:spPr>
          <a:xfrm flipV="1">
            <a:off x="6115050" y="1339850"/>
            <a:ext cx="0" cy="338455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2F8CAA-94F6-9A82-7DA9-24B53802D3D8}"/>
              </a:ext>
            </a:extLst>
          </p:cNvPr>
          <p:cNvCxnSpPr>
            <a:cxnSpLocks/>
          </p:cNvCxnSpPr>
          <p:nvPr/>
        </p:nvCxnSpPr>
        <p:spPr>
          <a:xfrm flipV="1">
            <a:off x="6845300" y="1339850"/>
            <a:ext cx="0" cy="338455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8D4385B-15C3-EEFF-7CAA-553A2A9D00F5}"/>
              </a:ext>
            </a:extLst>
          </p:cNvPr>
          <p:cNvSpPr/>
          <p:nvPr/>
        </p:nvSpPr>
        <p:spPr>
          <a:xfrm>
            <a:off x="2838450" y="1479550"/>
            <a:ext cx="3270250" cy="2566145"/>
          </a:xfrm>
          <a:custGeom>
            <a:avLst/>
            <a:gdLst>
              <a:gd name="csX0" fmla="*/ 0 w 3270250"/>
              <a:gd name="csY0" fmla="*/ 0 h 2566145"/>
              <a:gd name="csX1" fmla="*/ 584200 w 3270250"/>
              <a:gd name="csY1" fmla="*/ 2324100 h 2566145"/>
              <a:gd name="csX2" fmla="*/ 838200 w 3270250"/>
              <a:gd name="csY2" fmla="*/ 2317750 h 2566145"/>
              <a:gd name="csX3" fmla="*/ 1136650 w 3270250"/>
              <a:gd name="csY3" fmla="*/ 762000 h 2566145"/>
              <a:gd name="csX4" fmla="*/ 1720850 w 3270250"/>
              <a:gd name="csY4" fmla="*/ 381000 h 2566145"/>
              <a:gd name="csX5" fmla="*/ 2984500 w 3270250"/>
              <a:gd name="csY5" fmla="*/ 819150 h 2566145"/>
              <a:gd name="csX6" fmla="*/ 3270250 w 3270250"/>
              <a:gd name="csY6" fmla="*/ 1441450 h 25661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0250" h="2566145">
                <a:moveTo>
                  <a:pt x="0" y="0"/>
                </a:moveTo>
                <a:cubicBezTo>
                  <a:pt x="222250" y="968904"/>
                  <a:pt x="444500" y="1937808"/>
                  <a:pt x="584200" y="2324100"/>
                </a:cubicBezTo>
                <a:cubicBezTo>
                  <a:pt x="723900" y="2710392"/>
                  <a:pt x="746125" y="2578100"/>
                  <a:pt x="838200" y="2317750"/>
                </a:cubicBezTo>
                <a:cubicBezTo>
                  <a:pt x="930275" y="2057400"/>
                  <a:pt x="989542" y="1084792"/>
                  <a:pt x="1136650" y="762000"/>
                </a:cubicBezTo>
                <a:cubicBezTo>
                  <a:pt x="1283758" y="439208"/>
                  <a:pt x="1412875" y="371475"/>
                  <a:pt x="1720850" y="381000"/>
                </a:cubicBezTo>
                <a:cubicBezTo>
                  <a:pt x="2028825" y="390525"/>
                  <a:pt x="2726267" y="642408"/>
                  <a:pt x="2984500" y="819150"/>
                </a:cubicBezTo>
                <a:cubicBezTo>
                  <a:pt x="3242733" y="995892"/>
                  <a:pt x="3256491" y="1218671"/>
                  <a:pt x="3270250" y="1441450"/>
                </a:cubicBezTo>
              </a:path>
            </a:pathLst>
          </a:cu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5014773-524C-6552-D73B-E812DDDC3193}"/>
              </a:ext>
            </a:extLst>
          </p:cNvPr>
          <p:cNvSpPr/>
          <p:nvPr/>
        </p:nvSpPr>
        <p:spPr>
          <a:xfrm>
            <a:off x="6832599" y="2927349"/>
            <a:ext cx="1339845" cy="1447795"/>
          </a:xfrm>
          <a:custGeom>
            <a:avLst/>
            <a:gdLst>
              <a:gd name="csX0" fmla="*/ 0 w 914400"/>
              <a:gd name="csY0" fmla="*/ 0 h 584200"/>
              <a:gd name="csX1" fmla="*/ 438150 w 914400"/>
              <a:gd name="csY1" fmla="*/ 222250 h 584200"/>
              <a:gd name="csX2" fmla="*/ 914400 w 914400"/>
              <a:gd name="csY2" fmla="*/ 584200 h 58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14400" h="584200">
                <a:moveTo>
                  <a:pt x="0" y="0"/>
                </a:moveTo>
                <a:cubicBezTo>
                  <a:pt x="142875" y="62441"/>
                  <a:pt x="285750" y="124883"/>
                  <a:pt x="438150" y="222250"/>
                </a:cubicBezTo>
                <a:cubicBezTo>
                  <a:pt x="590550" y="319617"/>
                  <a:pt x="785283" y="481542"/>
                  <a:pt x="914400" y="584200"/>
                </a:cubicBezTo>
              </a:path>
            </a:pathLst>
          </a:cu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639F9C-2972-4216-81A4-004351502640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096000" y="2924175"/>
            <a:ext cx="736599" cy="317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5B341E-A027-5524-A4E4-BC80DC62667D}"/>
              </a:ext>
            </a:extLst>
          </p:cNvPr>
          <p:cNvSpPr txBox="1"/>
          <p:nvPr/>
        </p:nvSpPr>
        <p:spPr>
          <a:xfrm>
            <a:off x="1993901" y="1625084"/>
            <a:ext cx="328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</a:t>
            </a:r>
            <a:r>
              <a:rPr lang="en-US" sz="1400" baseline="-25000" dirty="0">
                <a:latin typeface="Georgia" panose="02040502050405020303" pitchFamily="18" charset="0"/>
              </a:rPr>
              <a:t>l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2EA37E-598F-28BF-10C0-4EF1FF040B68}"/>
              </a:ext>
            </a:extLst>
          </p:cNvPr>
          <p:cNvSpPr txBox="1"/>
          <p:nvPr/>
        </p:nvSpPr>
        <p:spPr>
          <a:xfrm>
            <a:off x="1567171" y="2739509"/>
            <a:ext cx="753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</a:t>
            </a:r>
            <a:r>
              <a:rPr lang="en-US" sz="1400" baseline="-25000" dirty="0">
                <a:latin typeface="Georgia" panose="02040502050405020303" pitchFamily="18" charset="0"/>
              </a:rPr>
              <a:t>S</a:t>
            </a:r>
            <a:r>
              <a:rPr lang="en-US" sz="1400" dirty="0">
                <a:latin typeface="Georgia" panose="02040502050405020303" pitchFamily="18" charset="0"/>
              </a:rPr>
              <a:t> = T</a:t>
            </a:r>
            <a:r>
              <a:rPr lang="en-US" sz="1400" baseline="-25000" dirty="0">
                <a:latin typeface="Georgia" panose="02040502050405020303" pitchFamily="18" charset="0"/>
              </a:rPr>
              <a:t>E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5EA20F-39F2-5EEF-6C5C-190EE722A5DE}"/>
              </a:ext>
            </a:extLst>
          </p:cNvPr>
          <p:cNvSpPr txBox="1"/>
          <p:nvPr/>
        </p:nvSpPr>
        <p:spPr>
          <a:xfrm>
            <a:off x="1993901" y="3847584"/>
            <a:ext cx="386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</a:t>
            </a:r>
            <a:r>
              <a:rPr lang="en-US" sz="1400" baseline="-25000" dirty="0">
                <a:latin typeface="Georgia" panose="02040502050405020303" pitchFamily="18" charset="0"/>
              </a:rPr>
              <a:t>N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AD448C-F11A-BF62-523C-A4C2944ED614}"/>
              </a:ext>
            </a:extLst>
          </p:cNvPr>
          <p:cNvSpPr txBox="1"/>
          <p:nvPr/>
        </p:nvSpPr>
        <p:spPr>
          <a:xfrm>
            <a:off x="2841128" y="4701407"/>
            <a:ext cx="231154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-25000" dirty="0">
                <a:latin typeface="Georgia" panose="02040502050405020303" pitchFamily="18" charset="0"/>
              </a:rPr>
              <a:t>I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BAE542-C03A-7AE5-77A3-0FB2BBCB0600}"/>
              </a:ext>
            </a:extLst>
          </p:cNvPr>
          <p:cNvSpPr txBox="1"/>
          <p:nvPr/>
        </p:nvSpPr>
        <p:spPr>
          <a:xfrm>
            <a:off x="3653587" y="4701406"/>
            <a:ext cx="277640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-25000" dirty="0">
                <a:latin typeface="Georgia" panose="02040502050405020303" pitchFamily="18" charset="0"/>
              </a:rPr>
              <a:t>II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564EC2-D332-9651-E605-F1351ECE13A3}"/>
              </a:ext>
            </a:extLst>
          </p:cNvPr>
          <p:cNvSpPr txBox="1"/>
          <p:nvPr/>
        </p:nvSpPr>
        <p:spPr>
          <a:xfrm>
            <a:off x="4915502" y="4695061"/>
            <a:ext cx="324128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-25000" dirty="0">
                <a:latin typeface="Georgia" panose="02040502050405020303" pitchFamily="18" charset="0"/>
              </a:rPr>
              <a:t>III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A6A585-8454-D8B3-588F-438DBDF6EBE2}"/>
              </a:ext>
            </a:extLst>
          </p:cNvPr>
          <p:cNvSpPr txBox="1"/>
          <p:nvPr/>
        </p:nvSpPr>
        <p:spPr>
          <a:xfrm>
            <a:off x="6291014" y="4695061"/>
            <a:ext cx="311304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-25000" dirty="0">
                <a:latin typeface="Georgia" panose="02040502050405020303" pitchFamily="18" charset="0"/>
              </a:rPr>
              <a:t>IV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679ECF-F513-C0E9-7C30-21AE38871340}"/>
              </a:ext>
            </a:extLst>
          </p:cNvPr>
          <p:cNvSpPr txBox="1"/>
          <p:nvPr/>
        </p:nvSpPr>
        <p:spPr>
          <a:xfrm>
            <a:off x="7358892" y="4701406"/>
            <a:ext cx="264816" cy="2359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-25000" dirty="0">
                <a:latin typeface="Georgia" panose="02040502050405020303" pitchFamily="18" charset="0"/>
              </a:rPr>
              <a:t>V</a:t>
            </a:r>
            <a:endParaRPr lang="da-DK" sz="1400" baseline="-25000" dirty="0">
              <a:latin typeface="Georgia" panose="02040502050405020303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69E182-2862-BAE9-6027-85C9641E124F}"/>
              </a:ext>
            </a:extLst>
          </p:cNvPr>
          <p:cNvCxnSpPr>
            <a:cxnSpLocks/>
          </p:cNvCxnSpPr>
          <p:nvPr/>
        </p:nvCxnSpPr>
        <p:spPr>
          <a:xfrm>
            <a:off x="2520950" y="4724400"/>
            <a:ext cx="576580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3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5B631D2-D1C4-23E6-B5FD-6D8FF8D60C9C}"/>
              </a:ext>
            </a:extLst>
          </p:cNvPr>
          <p:cNvSpPr/>
          <p:nvPr/>
        </p:nvSpPr>
        <p:spPr>
          <a:xfrm>
            <a:off x="2746926" y="2985031"/>
            <a:ext cx="617220" cy="61722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9000">
                <a:schemeClr val="accent1">
                  <a:lumMod val="0"/>
                  <a:lumOff val="100000"/>
                </a:schemeClr>
              </a:gs>
              <a:gs pos="100000">
                <a:schemeClr val="accent2"/>
              </a:gs>
            </a:gsLst>
            <a:path path="circle">
              <a:fillToRect l="50000" t="-80000" r="50000" b="18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>
              <a:latin typeface="Georgia" panose="02040502050405020303" pitchFamily="18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2BBE1CB-B698-08A5-D60D-62177C2A2B07}"/>
              </a:ext>
            </a:extLst>
          </p:cNvPr>
          <p:cNvGrpSpPr/>
          <p:nvPr/>
        </p:nvGrpSpPr>
        <p:grpSpPr>
          <a:xfrm>
            <a:off x="6355514" y="2836442"/>
            <a:ext cx="2758440" cy="914400"/>
            <a:chOff x="7249541" y="2819400"/>
            <a:chExt cx="2758440" cy="9144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2847CBD-9D02-0A0C-5AD6-6C0D8B7D7C1F}"/>
                </a:ext>
              </a:extLst>
            </p:cNvPr>
            <p:cNvSpPr/>
            <p:nvPr/>
          </p:nvSpPr>
          <p:spPr>
            <a:xfrm>
              <a:off x="7249541" y="2819400"/>
              <a:ext cx="914400" cy="914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9000">
                  <a:schemeClr val="accent1">
                    <a:lumMod val="0"/>
                    <a:lumOff val="100000"/>
                  </a:schemeClr>
                </a:gs>
                <a:gs pos="100000">
                  <a:srgbClr val="002060"/>
                </a:gs>
              </a:gsLst>
              <a:path path="circle">
                <a:fillToRect l="50000" t="-80000" r="50000" b="180000"/>
              </a:path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>
                <a:latin typeface="Georgia" panose="02040502050405020303" pitchFamily="18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8F7B364-0239-82E7-D100-A9C43B4B8480}"/>
                </a:ext>
              </a:extLst>
            </p:cNvPr>
            <p:cNvGrpSpPr/>
            <p:nvPr/>
          </p:nvGrpSpPr>
          <p:grpSpPr>
            <a:xfrm rot="5400000">
              <a:off x="8451199" y="2662869"/>
              <a:ext cx="315725" cy="1226050"/>
              <a:chOff x="7706733" y="1286828"/>
              <a:chExt cx="850527" cy="1606864"/>
            </a:xfrm>
          </p:grpSpPr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58056CB1-2508-9018-A595-EA928757C5D2}"/>
                  </a:ext>
                </a:extLst>
              </p:cNvPr>
              <p:cNvSpPr/>
              <p:nvPr/>
            </p:nvSpPr>
            <p:spPr>
              <a:xfrm>
                <a:off x="7706741" y="1592580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E202A71D-39C4-C01C-C526-249DCDEAE34C}"/>
                  </a:ext>
                </a:extLst>
              </p:cNvPr>
              <p:cNvSpPr/>
              <p:nvPr/>
            </p:nvSpPr>
            <p:spPr>
              <a:xfrm rot="10800000">
                <a:off x="7706741" y="1745456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CC2D3D3F-9D03-ED62-390E-AB58115F1B52}"/>
                  </a:ext>
                </a:extLst>
              </p:cNvPr>
              <p:cNvSpPr/>
              <p:nvPr/>
            </p:nvSpPr>
            <p:spPr>
              <a:xfrm>
                <a:off x="7706741" y="1745456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5B747693-D151-F06A-285C-848E49D09EFC}"/>
                  </a:ext>
                </a:extLst>
              </p:cNvPr>
              <p:cNvSpPr/>
              <p:nvPr/>
            </p:nvSpPr>
            <p:spPr>
              <a:xfrm rot="10800000">
                <a:off x="7706741" y="1898332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65115DDF-E13B-5EF9-8F4A-EC39ECB45633}"/>
                  </a:ext>
                </a:extLst>
              </p:cNvPr>
              <p:cNvSpPr/>
              <p:nvPr/>
            </p:nvSpPr>
            <p:spPr>
              <a:xfrm>
                <a:off x="7706741" y="1898332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853CA8A6-C72C-3852-0BAB-AFF9706424D0}"/>
                  </a:ext>
                </a:extLst>
              </p:cNvPr>
              <p:cNvSpPr/>
              <p:nvPr/>
            </p:nvSpPr>
            <p:spPr>
              <a:xfrm rot="10800000">
                <a:off x="7706741" y="2051208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0A32A6E8-7FB9-D243-A0EB-A97B83513893}"/>
                  </a:ext>
                </a:extLst>
              </p:cNvPr>
              <p:cNvSpPr/>
              <p:nvPr/>
            </p:nvSpPr>
            <p:spPr>
              <a:xfrm>
                <a:off x="7706740" y="2051208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0F7D2DAE-49A0-1C91-315E-D4D2DCBEFC00}"/>
                  </a:ext>
                </a:extLst>
              </p:cNvPr>
              <p:cNvSpPr/>
              <p:nvPr/>
            </p:nvSpPr>
            <p:spPr>
              <a:xfrm rot="10800000">
                <a:off x="7706740" y="2204084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3DEEA5A8-665D-0B73-20A9-034915C73029}"/>
                  </a:ext>
                </a:extLst>
              </p:cNvPr>
              <p:cNvSpPr/>
              <p:nvPr/>
            </p:nvSpPr>
            <p:spPr>
              <a:xfrm>
                <a:off x="7706740" y="2204084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98358FA2-3017-4AB6-8AE3-B5ACA20B47E8}"/>
                  </a:ext>
                </a:extLst>
              </p:cNvPr>
              <p:cNvSpPr/>
              <p:nvPr/>
            </p:nvSpPr>
            <p:spPr>
              <a:xfrm rot="10800000">
                <a:off x="7706740" y="2356960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EE54ED9C-B226-AB10-1722-E46A2199F7CA}"/>
                  </a:ext>
                </a:extLst>
              </p:cNvPr>
              <p:cNvSpPr/>
              <p:nvPr/>
            </p:nvSpPr>
            <p:spPr>
              <a:xfrm>
                <a:off x="7706739" y="2356959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C7CB4AA4-4E84-AA0E-7375-21D4D10C7349}"/>
                  </a:ext>
                </a:extLst>
              </p:cNvPr>
              <p:cNvSpPr/>
              <p:nvPr/>
            </p:nvSpPr>
            <p:spPr>
              <a:xfrm rot="10800000">
                <a:off x="7706739" y="2509835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09291082-4B70-4CD9-9C2A-083287DEB8D7}"/>
                  </a:ext>
                </a:extLst>
              </p:cNvPr>
              <p:cNvSpPr/>
              <p:nvPr/>
            </p:nvSpPr>
            <p:spPr>
              <a:xfrm>
                <a:off x="7706738" y="2509834"/>
                <a:ext cx="850519" cy="383858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5FC167BA-B55E-CAC1-3A30-9FC390191BC3}"/>
                  </a:ext>
                </a:extLst>
              </p:cNvPr>
              <p:cNvSpPr/>
              <p:nvPr/>
            </p:nvSpPr>
            <p:spPr>
              <a:xfrm>
                <a:off x="7706737" y="1439704"/>
                <a:ext cx="850519" cy="383857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0FD46F8E-3C08-B6B6-C208-6937CF7AFDE3}"/>
                  </a:ext>
                </a:extLst>
              </p:cNvPr>
              <p:cNvSpPr/>
              <p:nvPr/>
            </p:nvSpPr>
            <p:spPr>
              <a:xfrm rot="10800000">
                <a:off x="7706738" y="1592580"/>
                <a:ext cx="850518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F52BD58-4549-F1A9-D8D4-0304B359236B}"/>
                  </a:ext>
                </a:extLst>
              </p:cNvPr>
              <p:cNvSpPr/>
              <p:nvPr/>
            </p:nvSpPr>
            <p:spPr>
              <a:xfrm>
                <a:off x="7706733" y="1286828"/>
                <a:ext cx="850520" cy="383857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DED4DD0B-94B0-C009-0656-67864DF02B5A}"/>
                  </a:ext>
                </a:extLst>
              </p:cNvPr>
              <p:cNvSpPr/>
              <p:nvPr/>
            </p:nvSpPr>
            <p:spPr>
              <a:xfrm rot="10800000">
                <a:off x="7706736" y="1439705"/>
                <a:ext cx="850519" cy="230982"/>
              </a:xfrm>
              <a:prstGeom prst="arc">
                <a:avLst>
                  <a:gd name="adj1" fmla="val 16200000"/>
                  <a:gd name="adj2" fmla="val 5427348"/>
                </a:avLst>
              </a:prstGeom>
              <a:ln>
                <a:solidFill>
                  <a:srgbClr val="7C8CA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a-DK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9B40430-9E3F-12BC-9F4B-49C0E685E8B6}"/>
                </a:ext>
              </a:extLst>
            </p:cNvPr>
            <p:cNvSpPr/>
            <p:nvPr/>
          </p:nvSpPr>
          <p:spPr>
            <a:xfrm>
              <a:off x="9093581" y="2819400"/>
              <a:ext cx="914400" cy="914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9000">
                  <a:schemeClr val="accent1">
                    <a:lumMod val="0"/>
                    <a:lumOff val="100000"/>
                  </a:schemeClr>
                </a:gs>
                <a:gs pos="100000">
                  <a:srgbClr val="002060"/>
                </a:gs>
              </a:gsLst>
              <a:path path="circle">
                <a:fillToRect l="50000" t="-80000" r="50000" b="180000"/>
              </a:path>
              <a:tileRect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0502C39-489E-4AC3-BFF7-12A0E9EC0956}"/>
              </a:ext>
            </a:extLst>
          </p:cNvPr>
          <p:cNvGrpSpPr/>
          <p:nvPr/>
        </p:nvGrpSpPr>
        <p:grpSpPr>
          <a:xfrm>
            <a:off x="6041858" y="1600766"/>
            <a:ext cx="3385753" cy="3385753"/>
            <a:chOff x="5369749" y="806704"/>
            <a:chExt cx="1828800" cy="18288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B8A7B43-E0F0-3470-056B-6480BC6BCFE6}"/>
                </a:ext>
              </a:extLst>
            </p:cNvPr>
            <p:cNvCxnSpPr>
              <a:cxnSpLocks/>
            </p:cNvCxnSpPr>
            <p:nvPr/>
          </p:nvCxnSpPr>
          <p:spPr>
            <a:xfrm>
              <a:off x="6284149" y="806704"/>
              <a:ext cx="0" cy="182880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B38DE37-A07A-DC08-EB94-8A7601D664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9749" y="1721104"/>
              <a:ext cx="18288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B802692-3D72-4974-A157-97CC672A89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6009" y="1062964"/>
              <a:ext cx="1316280" cy="131628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Arc 50">
            <a:extLst>
              <a:ext uri="{FF2B5EF4-FFF2-40B4-BE49-F238E27FC236}">
                <a16:creationId xmlns:a16="http://schemas.microsoft.com/office/drawing/2014/main" id="{2BD241AE-D4D0-81CA-780D-C960D95D62F7}"/>
              </a:ext>
            </a:extLst>
          </p:cNvPr>
          <p:cNvSpPr/>
          <p:nvPr/>
        </p:nvSpPr>
        <p:spPr>
          <a:xfrm>
            <a:off x="6788757" y="2035622"/>
            <a:ext cx="1891954" cy="373176"/>
          </a:xfrm>
          <a:prstGeom prst="arc">
            <a:avLst>
              <a:gd name="adj1" fmla="val 8873034"/>
              <a:gd name="adj2" fmla="val 460003"/>
            </a:avLst>
          </a:prstGeom>
          <a:ln w="6350">
            <a:solidFill>
              <a:srgbClr val="007E39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2400">
              <a:latin typeface="Georgia" panose="02040502050405020303" pitchFamily="18" charset="0"/>
            </a:endParaRPr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39BADBCB-88AD-2E8A-0164-2A203D30855F}"/>
              </a:ext>
            </a:extLst>
          </p:cNvPr>
          <p:cNvSpPr/>
          <p:nvPr/>
        </p:nvSpPr>
        <p:spPr>
          <a:xfrm rot="5400000">
            <a:off x="6861829" y="2516726"/>
            <a:ext cx="1755216" cy="1537395"/>
          </a:xfrm>
          <a:prstGeom prst="arc">
            <a:avLst>
              <a:gd name="adj1" fmla="val 11498572"/>
              <a:gd name="adj2" fmla="val 8191324"/>
            </a:avLst>
          </a:prstGeom>
          <a:ln w="6350">
            <a:solidFill>
              <a:srgbClr val="007E3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2400">
              <a:latin typeface="Georgia" panose="02040502050405020303" pitchFamily="18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80E15A5-2E67-E51E-ABBE-7321503A8F93}"/>
              </a:ext>
            </a:extLst>
          </p:cNvPr>
          <p:cNvGrpSpPr/>
          <p:nvPr/>
        </p:nvGrpSpPr>
        <p:grpSpPr>
          <a:xfrm>
            <a:off x="7244687" y="3485448"/>
            <a:ext cx="985764" cy="70389"/>
            <a:chOff x="7599340" y="571500"/>
            <a:chExt cx="734377" cy="70389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F5C4384-1D16-8440-4361-5BCE5DC429E6}"/>
                </a:ext>
              </a:extLst>
            </p:cNvPr>
            <p:cNvCxnSpPr>
              <a:cxnSpLocks/>
            </p:cNvCxnSpPr>
            <p:nvPr/>
          </p:nvCxnSpPr>
          <p:spPr>
            <a:xfrm>
              <a:off x="7599340" y="635000"/>
              <a:ext cx="657860" cy="0"/>
            </a:xfrm>
            <a:prstGeom prst="line">
              <a:avLst/>
            </a:prstGeom>
            <a:ln w="12700">
              <a:solidFill>
                <a:srgbClr val="7030A0"/>
              </a:solidFill>
              <a:beve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82406517-48B3-D370-3D5E-16DD132C4337}"/>
                </a:ext>
              </a:extLst>
            </p:cNvPr>
            <p:cNvSpPr/>
            <p:nvPr/>
          </p:nvSpPr>
          <p:spPr>
            <a:xfrm>
              <a:off x="8180682" y="571500"/>
              <a:ext cx="153035" cy="70389"/>
            </a:xfrm>
            <a:prstGeom prst="triangle">
              <a:avLst>
                <a:gd name="adj" fmla="val 0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B5DC418-5CC5-D71F-6EDF-7106D3152263}"/>
              </a:ext>
            </a:extLst>
          </p:cNvPr>
          <p:cNvGrpSpPr/>
          <p:nvPr/>
        </p:nvGrpSpPr>
        <p:grpSpPr>
          <a:xfrm rot="10800000">
            <a:off x="7238513" y="3582551"/>
            <a:ext cx="985764" cy="70389"/>
            <a:chOff x="7599340" y="568326"/>
            <a:chExt cx="734377" cy="70389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B9CD1A5-4F67-E301-7E48-6E2E4E9CF81D}"/>
                </a:ext>
              </a:extLst>
            </p:cNvPr>
            <p:cNvCxnSpPr>
              <a:cxnSpLocks/>
            </p:cNvCxnSpPr>
            <p:nvPr/>
          </p:nvCxnSpPr>
          <p:spPr>
            <a:xfrm>
              <a:off x="7599340" y="635000"/>
              <a:ext cx="657860" cy="0"/>
            </a:xfrm>
            <a:prstGeom prst="line">
              <a:avLst/>
            </a:prstGeom>
            <a:ln w="12700">
              <a:solidFill>
                <a:srgbClr val="7030A0"/>
              </a:solidFill>
              <a:beve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A9950B8F-03F9-124E-EE36-A1FC6FB5E2A2}"/>
                </a:ext>
              </a:extLst>
            </p:cNvPr>
            <p:cNvSpPr/>
            <p:nvPr/>
          </p:nvSpPr>
          <p:spPr>
            <a:xfrm>
              <a:off x="8180682" y="568326"/>
              <a:ext cx="153035" cy="70389"/>
            </a:xfrm>
            <a:prstGeom prst="triangle">
              <a:avLst>
                <a:gd name="adj" fmla="val 0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C873528-1A9C-52E8-CE55-17C1FBC87683}"/>
              </a:ext>
            </a:extLst>
          </p:cNvPr>
          <p:cNvGrpSpPr/>
          <p:nvPr/>
        </p:nvGrpSpPr>
        <p:grpSpPr>
          <a:xfrm>
            <a:off x="1362660" y="1600765"/>
            <a:ext cx="3385753" cy="3385753"/>
            <a:chOff x="5369749" y="806704"/>
            <a:chExt cx="1828800" cy="1828800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7F1450-C840-3602-29B8-E5918677CB26}"/>
                </a:ext>
              </a:extLst>
            </p:cNvPr>
            <p:cNvCxnSpPr>
              <a:cxnSpLocks/>
            </p:cNvCxnSpPr>
            <p:nvPr/>
          </p:nvCxnSpPr>
          <p:spPr>
            <a:xfrm>
              <a:off x="6284149" y="806704"/>
              <a:ext cx="0" cy="182880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CBADD05-17C1-7EFC-E54D-95C7443A4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9749" y="1721104"/>
              <a:ext cx="18288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6B6FDBE-FDED-739A-9465-9269BF0E94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6009" y="1062964"/>
              <a:ext cx="1316280" cy="1316280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A9BCD56D-0CC8-90BD-0291-E988428FC03C}"/>
              </a:ext>
            </a:extLst>
          </p:cNvPr>
          <p:cNvSpPr txBox="1"/>
          <p:nvPr/>
        </p:nvSpPr>
        <p:spPr>
          <a:xfrm>
            <a:off x="5041033" y="2931395"/>
            <a:ext cx="2161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>
              <a:defRPr sz="1600">
                <a:effectLst>
                  <a:glow rad="266700">
                    <a:schemeClr val="bg1"/>
                  </a:glow>
                </a:effectLst>
                <a:latin typeface="Goergia"/>
              </a:defRPr>
            </a:lvl1pPr>
          </a:lstStyle>
          <a:p>
            <a:r>
              <a:rPr lang="en-US" sz="2400" dirty="0">
                <a:effectLst>
                  <a:glow rad="266700">
                    <a:schemeClr val="bg1">
                      <a:alpha val="63000"/>
                    </a:schemeClr>
                  </a:glow>
                </a:effectLst>
                <a:latin typeface="Georgia" panose="02040502050405020303" pitchFamily="18" charset="0"/>
              </a:rPr>
              <a:t>Translational</a:t>
            </a:r>
            <a:endParaRPr lang="da-DK" sz="2400" dirty="0">
              <a:effectLst>
                <a:glow rad="266700">
                  <a:schemeClr val="bg1">
                    <a:alpha val="63000"/>
                  </a:schemeClr>
                </a:glow>
              </a:effectLst>
              <a:latin typeface="Georgia" panose="02040502050405020303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A3707F-C18A-2057-02A5-F3F462F06D9E}"/>
              </a:ext>
            </a:extLst>
          </p:cNvPr>
          <p:cNvSpPr txBox="1"/>
          <p:nvPr/>
        </p:nvSpPr>
        <p:spPr>
          <a:xfrm rot="18910638">
            <a:off x="5250157" y="4275459"/>
            <a:ext cx="2158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Translational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25624BF-CE91-C3D2-346E-5F2AD9F7FF7A}"/>
              </a:ext>
            </a:extLst>
          </p:cNvPr>
          <p:cNvSpPr txBox="1"/>
          <p:nvPr/>
        </p:nvSpPr>
        <p:spPr>
          <a:xfrm rot="16200000">
            <a:off x="6597426" y="4843638"/>
            <a:ext cx="1987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Translational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E76756-F837-4AD9-A72A-6CBB4CBD963F}"/>
              </a:ext>
            </a:extLst>
          </p:cNvPr>
          <p:cNvSpPr txBox="1"/>
          <p:nvPr/>
        </p:nvSpPr>
        <p:spPr>
          <a:xfrm>
            <a:off x="6796171" y="1941241"/>
            <a:ext cx="1934266" cy="36767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977967"/>
              </a:avLst>
            </a:prstTxWarp>
            <a:spAutoFit/>
          </a:bodyPr>
          <a:lstStyle/>
          <a:p>
            <a:r>
              <a:rPr lang="en-US" sz="2400" dirty="0">
                <a:solidFill>
                  <a:srgbClr val="007E39"/>
                </a:solidFill>
                <a:effectLst>
                  <a:glow rad="114300">
                    <a:schemeClr val="bg1">
                      <a:alpha val="63000"/>
                    </a:schemeClr>
                  </a:glow>
                </a:effectLst>
                <a:latin typeface="Georgia" panose="02040502050405020303" pitchFamily="18" charset="0"/>
              </a:rPr>
              <a:t>  Rotational</a:t>
            </a:r>
            <a:endParaRPr lang="da-DK" sz="2400" dirty="0">
              <a:solidFill>
                <a:srgbClr val="007E39"/>
              </a:solidFill>
              <a:effectLst>
                <a:glow rad="114300">
                  <a:schemeClr val="bg1">
                    <a:alpha val="63000"/>
                  </a:schemeClr>
                </a:glow>
              </a:effectLst>
              <a:latin typeface="Georgia" panose="02040502050405020303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F8078F5-1B20-ACEE-295D-9C6BBF63D59D}"/>
              </a:ext>
            </a:extLst>
          </p:cNvPr>
          <p:cNvSpPr txBox="1"/>
          <p:nvPr/>
        </p:nvSpPr>
        <p:spPr>
          <a:xfrm rot="15978451">
            <a:off x="7021791" y="2644584"/>
            <a:ext cx="1828800" cy="17112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7E39"/>
                </a:solidFill>
                <a:effectLst>
                  <a:glow rad="114300">
                    <a:schemeClr val="bg1">
                      <a:alpha val="63000"/>
                    </a:schemeClr>
                  </a:glow>
                </a:effectLst>
                <a:latin typeface="Georgia" panose="02040502050405020303" pitchFamily="18" charset="0"/>
              </a:rPr>
              <a:t>Rotational</a:t>
            </a:r>
            <a:endParaRPr lang="da-DK" sz="2400" dirty="0">
              <a:solidFill>
                <a:srgbClr val="007E39"/>
              </a:solidFill>
              <a:effectLst>
                <a:glow rad="114300">
                  <a:schemeClr val="bg1">
                    <a:alpha val="63000"/>
                  </a:schemeClr>
                </a:glow>
              </a:effectLst>
              <a:latin typeface="Georgia" panose="02040502050405020303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A9675A6-40E7-D38B-6221-17D67C895A8B}"/>
              </a:ext>
            </a:extLst>
          </p:cNvPr>
          <p:cNvSpPr txBox="1"/>
          <p:nvPr/>
        </p:nvSpPr>
        <p:spPr>
          <a:xfrm>
            <a:off x="6867143" y="3542883"/>
            <a:ext cx="1755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effectLst>
                  <a:glow rad="266700">
                    <a:schemeClr val="bg1"/>
                  </a:glow>
                </a:effectLst>
                <a:latin typeface="Georgia" panose="02040502050405020303" pitchFamily="18" charset="0"/>
              </a:rPr>
              <a:t>Vibrational</a:t>
            </a:r>
            <a:endParaRPr lang="da-DK" sz="2400" dirty="0">
              <a:solidFill>
                <a:srgbClr val="7030A0"/>
              </a:solidFill>
              <a:effectLst>
                <a:glow rad="266700">
                  <a:schemeClr val="bg1"/>
                </a:glow>
              </a:effectLst>
              <a:latin typeface="Georgia" panose="020405020504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81A9C5-E3F7-FE8F-5D73-757EC3B53F91}"/>
              </a:ext>
            </a:extLst>
          </p:cNvPr>
          <p:cNvSpPr txBox="1"/>
          <p:nvPr/>
        </p:nvSpPr>
        <p:spPr>
          <a:xfrm>
            <a:off x="1344188" y="1573245"/>
            <a:ext cx="482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a)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7D19A2B-892D-5CA7-FBE1-D0DDFE6392A0}"/>
              </a:ext>
            </a:extLst>
          </p:cNvPr>
          <p:cNvSpPr txBox="1"/>
          <p:nvPr/>
        </p:nvSpPr>
        <p:spPr>
          <a:xfrm>
            <a:off x="5495722" y="1573245"/>
            <a:ext cx="497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b)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7F2B69-5716-E854-1E5E-7239E9093D96}"/>
              </a:ext>
            </a:extLst>
          </p:cNvPr>
          <p:cNvSpPr txBox="1"/>
          <p:nvPr/>
        </p:nvSpPr>
        <p:spPr>
          <a:xfrm>
            <a:off x="4534520" y="3210394"/>
            <a:ext cx="21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x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2E953EA-A563-8238-7E57-999A7DBC0894}"/>
              </a:ext>
            </a:extLst>
          </p:cNvPr>
          <p:cNvSpPr txBox="1"/>
          <p:nvPr/>
        </p:nvSpPr>
        <p:spPr>
          <a:xfrm>
            <a:off x="4248931" y="1953193"/>
            <a:ext cx="21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y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6E9632-0EB9-ACE7-7216-883F3F6DB8C1}"/>
              </a:ext>
            </a:extLst>
          </p:cNvPr>
          <p:cNvSpPr txBox="1"/>
          <p:nvPr/>
        </p:nvSpPr>
        <p:spPr>
          <a:xfrm>
            <a:off x="3054205" y="1416682"/>
            <a:ext cx="21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z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2991971-E642-2B35-47F4-33F92DCA6A0A}"/>
              </a:ext>
            </a:extLst>
          </p:cNvPr>
          <p:cNvSpPr txBox="1"/>
          <p:nvPr/>
        </p:nvSpPr>
        <p:spPr>
          <a:xfrm>
            <a:off x="9216887" y="3210394"/>
            <a:ext cx="21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x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4CBFAC0-43F2-C6A0-0E89-5BD71EE0DD7D}"/>
              </a:ext>
            </a:extLst>
          </p:cNvPr>
          <p:cNvSpPr txBox="1"/>
          <p:nvPr/>
        </p:nvSpPr>
        <p:spPr>
          <a:xfrm>
            <a:off x="8916058" y="1953193"/>
            <a:ext cx="21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y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84FE52-A9A4-8302-7061-5FC0885BF8BD}"/>
              </a:ext>
            </a:extLst>
          </p:cNvPr>
          <p:cNvSpPr txBox="1"/>
          <p:nvPr/>
        </p:nvSpPr>
        <p:spPr>
          <a:xfrm>
            <a:off x="7736572" y="1416682"/>
            <a:ext cx="210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z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08901B-3497-B84E-6CEF-0E4161AEABB6}"/>
              </a:ext>
            </a:extLst>
          </p:cNvPr>
          <p:cNvSpPr txBox="1"/>
          <p:nvPr/>
        </p:nvSpPr>
        <p:spPr>
          <a:xfrm>
            <a:off x="840939" y="2931394"/>
            <a:ext cx="2161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a-DK"/>
            </a:defPPr>
            <a:lvl1pPr>
              <a:defRPr sz="1600">
                <a:effectLst>
                  <a:glow rad="266700">
                    <a:schemeClr val="bg1"/>
                  </a:glow>
                </a:effectLst>
                <a:latin typeface="Goergia"/>
              </a:defRPr>
            </a:lvl1pPr>
          </a:lstStyle>
          <a:p>
            <a:r>
              <a:rPr lang="en-US" sz="2400" dirty="0">
                <a:effectLst>
                  <a:glow rad="266700">
                    <a:schemeClr val="bg1">
                      <a:alpha val="63000"/>
                    </a:schemeClr>
                  </a:glow>
                </a:effectLst>
                <a:latin typeface="Georgia" panose="02040502050405020303" pitchFamily="18" charset="0"/>
              </a:rPr>
              <a:t>Translational</a:t>
            </a:r>
            <a:endParaRPr lang="da-DK" sz="2400" dirty="0">
              <a:effectLst>
                <a:glow rad="266700">
                  <a:schemeClr val="bg1">
                    <a:alpha val="63000"/>
                  </a:schemeClr>
                </a:glow>
              </a:effectLst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37FAA-6F65-9E77-DA14-8DEA6CD43F08}"/>
              </a:ext>
            </a:extLst>
          </p:cNvPr>
          <p:cNvSpPr txBox="1"/>
          <p:nvPr/>
        </p:nvSpPr>
        <p:spPr>
          <a:xfrm rot="18910638">
            <a:off x="1032452" y="3793353"/>
            <a:ext cx="2158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Translational</a:t>
            </a:r>
            <a:endParaRPr lang="da-DK" sz="2400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327F31-A846-1A15-CAEA-1C950A148B3E}"/>
              </a:ext>
            </a:extLst>
          </p:cNvPr>
          <p:cNvSpPr txBox="1"/>
          <p:nvPr/>
        </p:nvSpPr>
        <p:spPr>
          <a:xfrm rot="16200000">
            <a:off x="1926281" y="4298696"/>
            <a:ext cx="1987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Translational</a:t>
            </a:r>
            <a:endParaRPr lang="da-DK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0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9116-1997-9D5F-3905-DF8BC568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2B1E-7BFB-AF69-EA87-4A64B5CF3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Water atomization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1092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9DC35C3-D6CA-07E0-1AE4-5702B55EFAA9}"/>
              </a:ext>
            </a:extLst>
          </p:cNvPr>
          <p:cNvGrpSpPr/>
          <p:nvPr/>
        </p:nvGrpSpPr>
        <p:grpSpPr>
          <a:xfrm>
            <a:off x="2917825" y="1365250"/>
            <a:ext cx="1530350" cy="1697833"/>
            <a:chOff x="2917825" y="1365250"/>
            <a:chExt cx="1530350" cy="16978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CE59D9B-FD97-011E-9D84-1D302B2BC636}"/>
                </a:ext>
              </a:extLst>
            </p:cNvPr>
            <p:cNvCxnSpPr>
              <a:cxnSpLocks/>
              <a:stCxn id="6" idx="1"/>
              <a:endCxn id="5" idx="3"/>
            </p:cNvCxnSpPr>
            <p:nvPr/>
          </p:nvCxnSpPr>
          <p:spPr>
            <a:xfrm>
              <a:off x="3141940" y="1438715"/>
              <a:ext cx="541060" cy="153943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7048A7-555E-1E5B-31E4-3F35610E0D19}"/>
                </a:ext>
              </a:extLst>
            </p:cNvPr>
            <p:cNvCxnSpPr>
              <a:cxnSpLocks/>
              <a:stCxn id="6" idx="7"/>
              <a:endCxn id="5" idx="3"/>
            </p:cNvCxnSpPr>
            <p:nvPr/>
          </p:nvCxnSpPr>
          <p:spPr>
            <a:xfrm flipH="1">
              <a:off x="3683000" y="1438715"/>
              <a:ext cx="541060" cy="153943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B8E5CE5-A484-6BC1-B0B2-A6659AE2CE5A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>
              <a:off x="3683000" y="1381125"/>
              <a:ext cx="270530" cy="159702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9F28D0-8468-30DD-F608-B3A6DA426F51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>
              <a:off x="3683000" y="1511300"/>
              <a:ext cx="694090" cy="146685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BD3AC1C-5C44-A966-B120-FE16F7B2304E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>
              <a:off x="2981274" y="1511300"/>
              <a:ext cx="701726" cy="146685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A10466E-80DC-7F7C-181A-2587A6334B2F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>
              <a:off x="3402894" y="1384300"/>
              <a:ext cx="280106" cy="159385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Cylinder 4">
              <a:extLst>
                <a:ext uri="{FF2B5EF4-FFF2-40B4-BE49-F238E27FC236}">
                  <a16:creationId xmlns:a16="http://schemas.microsoft.com/office/drawing/2014/main" id="{E32DE695-5135-4B48-43CE-7DA9BA229902}"/>
                </a:ext>
              </a:extLst>
            </p:cNvPr>
            <p:cNvSpPr/>
            <p:nvPr/>
          </p:nvSpPr>
          <p:spPr>
            <a:xfrm>
              <a:off x="3600450" y="1568450"/>
              <a:ext cx="165100" cy="1409700"/>
            </a:xfrm>
            <a:prstGeom prst="can">
              <a:avLst>
                <a:gd name="adj" fmla="val 37500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rgbClr val="FF0000">
                    <a:alpha val="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3110E88-6D0A-5835-0424-CE2DA0A2821C}"/>
                </a:ext>
              </a:extLst>
            </p:cNvPr>
            <p:cNvSpPr/>
            <p:nvPr/>
          </p:nvSpPr>
          <p:spPr>
            <a:xfrm>
              <a:off x="2917825" y="1365250"/>
              <a:ext cx="1530350" cy="501650"/>
            </a:xfrm>
            <a:prstGeom prst="ellipse">
              <a:avLst/>
            </a:pr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C5368DA-3208-4904-3320-4CC76DF167A4}"/>
                </a:ext>
              </a:extLst>
            </p:cNvPr>
            <p:cNvCxnSpPr>
              <a:stCxn id="6" idx="2"/>
              <a:endCxn id="5" idx="3"/>
            </p:cNvCxnSpPr>
            <p:nvPr/>
          </p:nvCxnSpPr>
          <p:spPr>
            <a:xfrm>
              <a:off x="2917825" y="1616075"/>
              <a:ext cx="765175" cy="136207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396C0E-391B-4528-8DCF-EEAB90798E38}"/>
                </a:ext>
              </a:extLst>
            </p:cNvPr>
            <p:cNvCxnSpPr>
              <a:cxnSpLocks/>
              <a:stCxn id="6" idx="6"/>
              <a:endCxn id="5" idx="3"/>
            </p:cNvCxnSpPr>
            <p:nvPr/>
          </p:nvCxnSpPr>
          <p:spPr>
            <a:xfrm flipH="1">
              <a:off x="3683000" y="1616075"/>
              <a:ext cx="765175" cy="136207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223B16E-CFE4-CEF7-A887-A6E0E84A2467}"/>
                </a:ext>
              </a:extLst>
            </p:cNvPr>
            <p:cNvCxnSpPr>
              <a:cxnSpLocks/>
              <a:stCxn id="6" idx="5"/>
              <a:endCxn id="5" idx="3"/>
            </p:cNvCxnSpPr>
            <p:nvPr/>
          </p:nvCxnSpPr>
          <p:spPr>
            <a:xfrm flipH="1">
              <a:off x="3683000" y="1793435"/>
              <a:ext cx="541060" cy="118471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A0C19C-AE81-655E-17FC-95B015F98659}"/>
                </a:ext>
              </a:extLst>
            </p:cNvPr>
            <p:cNvCxnSpPr>
              <a:cxnSpLocks/>
              <a:stCxn id="6" idx="4"/>
              <a:endCxn id="5" idx="3"/>
            </p:cNvCxnSpPr>
            <p:nvPr/>
          </p:nvCxnSpPr>
          <p:spPr>
            <a:xfrm>
              <a:off x="3683000" y="1866900"/>
              <a:ext cx="0" cy="111125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387012-2632-F6B0-FA0B-D93C6CA9E94A}"/>
                </a:ext>
              </a:extLst>
            </p:cNvPr>
            <p:cNvCxnSpPr>
              <a:cxnSpLocks/>
              <a:stCxn id="6" idx="3"/>
              <a:endCxn id="5" idx="3"/>
            </p:cNvCxnSpPr>
            <p:nvPr/>
          </p:nvCxnSpPr>
          <p:spPr>
            <a:xfrm>
              <a:off x="3141940" y="1793435"/>
              <a:ext cx="541060" cy="118471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4EF244-DF13-21AF-C666-002C8E340CA6}"/>
                </a:ext>
              </a:extLst>
            </p:cNvPr>
            <p:cNvCxnSpPr>
              <a:cxnSpLocks/>
              <a:stCxn id="6" idx="0"/>
              <a:endCxn id="5" idx="1"/>
            </p:cNvCxnSpPr>
            <p:nvPr/>
          </p:nvCxnSpPr>
          <p:spPr>
            <a:xfrm>
              <a:off x="3683000" y="1365250"/>
              <a:ext cx="0" cy="20320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FBB78B7-5855-0508-474C-A12666FA913E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>
              <a:off x="3683000" y="1736725"/>
              <a:ext cx="660451" cy="124142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A362162-1A2D-D8AA-3B4D-5203FC5476FD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>
              <a:off x="3683000" y="1847850"/>
              <a:ext cx="297052" cy="113030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CC0F112-30DE-F221-3174-08DACF4ADF11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>
              <a:off x="3387383" y="1847849"/>
              <a:ext cx="295617" cy="1130301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B904847-286B-113B-CB58-90446393B5F6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>
              <a:off x="3022549" y="1736725"/>
              <a:ext cx="660451" cy="124142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FFCE521A-B007-5FBD-4A3D-7E798627B23E}"/>
                </a:ext>
              </a:extLst>
            </p:cNvPr>
            <p:cNvSpPr/>
            <p:nvPr/>
          </p:nvSpPr>
          <p:spPr>
            <a:xfrm>
              <a:off x="3578086" y="2824958"/>
              <a:ext cx="138743" cy="238125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46558E13-3EA2-5BE6-D72B-08EA4BA2C418}"/>
                </a:ext>
              </a:extLst>
            </p:cNvPr>
            <p:cNvSpPr/>
            <p:nvPr/>
          </p:nvSpPr>
          <p:spPr>
            <a:xfrm flipH="1">
              <a:off x="3652044" y="2824957"/>
              <a:ext cx="137305" cy="238125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AD2264E-8FE5-46F3-36B2-B1E1B92F9943}"/>
              </a:ext>
            </a:extLst>
          </p:cNvPr>
          <p:cNvGrpSpPr/>
          <p:nvPr/>
        </p:nvGrpSpPr>
        <p:grpSpPr>
          <a:xfrm>
            <a:off x="5314713" y="1466850"/>
            <a:ext cx="1825896" cy="1750219"/>
            <a:chOff x="5876703" y="1466850"/>
            <a:chExt cx="1825896" cy="1750219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8D9AECB-C3C0-9203-7356-018CFF4BF580}"/>
                </a:ext>
              </a:extLst>
            </p:cNvPr>
            <p:cNvCxnSpPr>
              <a:cxnSpLocks/>
            </p:cNvCxnSpPr>
            <p:nvPr/>
          </p:nvCxnSpPr>
          <p:spPr>
            <a:xfrm>
              <a:off x="6091745" y="1466850"/>
              <a:ext cx="1187690" cy="1204119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04319C2-F0D3-C646-4BC0-9874D80AD663}"/>
                </a:ext>
              </a:extLst>
            </p:cNvPr>
            <p:cNvCxnSpPr>
              <a:cxnSpLocks/>
            </p:cNvCxnSpPr>
            <p:nvPr/>
          </p:nvCxnSpPr>
          <p:spPr>
            <a:xfrm>
              <a:off x="5983116" y="1525041"/>
              <a:ext cx="774872" cy="1425328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0D52C8D-FC51-6A1E-3860-CBEAD18EBE27}"/>
                </a:ext>
              </a:extLst>
            </p:cNvPr>
            <p:cNvCxnSpPr>
              <a:cxnSpLocks/>
            </p:cNvCxnSpPr>
            <p:nvPr/>
          </p:nvCxnSpPr>
          <p:spPr>
            <a:xfrm>
              <a:off x="6043613" y="1495425"/>
              <a:ext cx="959643" cy="1323975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13F87A6-FBAD-0AD9-A895-79D682EE0FF1}"/>
                </a:ext>
              </a:extLst>
            </p:cNvPr>
            <p:cNvCxnSpPr>
              <a:cxnSpLocks/>
            </p:cNvCxnSpPr>
            <p:nvPr/>
          </p:nvCxnSpPr>
          <p:spPr>
            <a:xfrm>
              <a:off x="6015038" y="1512094"/>
              <a:ext cx="859631" cy="1373981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DB53865-4648-A77A-7BA0-EDFC91B79957}"/>
                </a:ext>
              </a:extLst>
            </p:cNvPr>
            <p:cNvCxnSpPr>
              <a:cxnSpLocks/>
            </p:cNvCxnSpPr>
            <p:nvPr/>
          </p:nvCxnSpPr>
          <p:spPr>
            <a:xfrm>
              <a:off x="6067425" y="1481138"/>
              <a:ext cx="1066800" cy="1264443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Cylinder 90">
              <a:extLst>
                <a:ext uri="{FF2B5EF4-FFF2-40B4-BE49-F238E27FC236}">
                  <a16:creationId xmlns:a16="http://schemas.microsoft.com/office/drawing/2014/main" id="{46054003-B027-BC92-1FC3-7872A860F304}"/>
                </a:ext>
              </a:extLst>
            </p:cNvPr>
            <p:cNvSpPr/>
            <p:nvPr/>
          </p:nvSpPr>
          <p:spPr>
            <a:xfrm>
              <a:off x="6708826" y="1552575"/>
              <a:ext cx="165100" cy="1409700"/>
            </a:xfrm>
            <a:prstGeom prst="can">
              <a:avLst>
                <a:gd name="adj" fmla="val 37500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rgbClr val="FF0000">
                    <a:alpha val="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AD7DDF9-6A40-90C3-E000-043414605A62}"/>
                </a:ext>
              </a:extLst>
            </p:cNvPr>
            <p:cNvCxnSpPr>
              <a:cxnSpLocks/>
            </p:cNvCxnSpPr>
            <p:nvPr/>
          </p:nvCxnSpPr>
          <p:spPr>
            <a:xfrm>
              <a:off x="5876703" y="1583233"/>
              <a:ext cx="402801" cy="1633836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35F4B200-CC33-66C9-4402-E532BF905F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6624" y="2670969"/>
              <a:ext cx="1012811" cy="5461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EB9CC54-CFC6-5017-7FA6-AC4AAE53F79D}"/>
                </a:ext>
              </a:extLst>
            </p:cNvPr>
            <p:cNvCxnSpPr>
              <a:cxnSpLocks/>
            </p:cNvCxnSpPr>
            <p:nvPr/>
          </p:nvCxnSpPr>
          <p:spPr>
            <a:xfrm>
              <a:off x="5931694" y="1557338"/>
              <a:ext cx="585787" cy="152400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EB5517F-42E2-D7E6-2633-D5E2886D5420}"/>
                </a:ext>
              </a:extLst>
            </p:cNvPr>
            <p:cNvCxnSpPr>
              <a:cxnSpLocks/>
            </p:cNvCxnSpPr>
            <p:nvPr/>
          </p:nvCxnSpPr>
          <p:spPr>
            <a:xfrm>
              <a:off x="5905500" y="1571625"/>
              <a:ext cx="492919" cy="1576388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8CD7A32-7EB2-075A-A931-74F992BC7342}"/>
                </a:ext>
              </a:extLst>
            </p:cNvPr>
            <p:cNvCxnSpPr>
              <a:cxnSpLocks/>
            </p:cNvCxnSpPr>
            <p:nvPr/>
          </p:nvCxnSpPr>
          <p:spPr>
            <a:xfrm>
              <a:off x="5957888" y="1540669"/>
              <a:ext cx="678656" cy="1478756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06D5738-7CB3-E0C5-5B24-4ADA6BC98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0153" y="1469875"/>
              <a:ext cx="215847" cy="116383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0DE479-4890-7D0C-46C5-CF403A73E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3741" y="1583233"/>
              <a:ext cx="1213011" cy="1633836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BE227E6C-CDD9-AE66-BB1F-261B91B463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9435" y="1466850"/>
              <a:ext cx="423164" cy="1204119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45EBB18E-B0D7-856F-9B5A-C7750ED3E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7513" y="1526381"/>
              <a:ext cx="821531" cy="1421607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BE47D2D-7EF9-6BA8-1527-0A998AAD7A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8494" y="1500188"/>
              <a:ext cx="642937" cy="1321593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3288C8ED-7823-9DD4-2B69-853392B614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7481" y="1569244"/>
              <a:ext cx="995363" cy="1512094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65A9D7CF-0178-8F4F-1B16-71F8320461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1342" y="1483519"/>
              <a:ext cx="531046" cy="1262062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151F432-1ECD-1319-255D-E262072E08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9431" y="1514475"/>
              <a:ext cx="735807" cy="1371600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FF60C55-1827-F1D4-ADF1-909B50A788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9258" y="1550194"/>
              <a:ext cx="909305" cy="1469231"/>
            </a:xfrm>
            <a:prstGeom prst="line">
              <a:avLst/>
            </a:prstGeom>
            <a:ln w="12700">
              <a:solidFill>
                <a:srgbClr val="00863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756B56C-C64A-928A-209D-33DF176EB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6752" y="1466850"/>
              <a:ext cx="215847" cy="116383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9536C0E8-46AA-2AE6-720D-D66C66CE34A2}"/>
              </a:ext>
            </a:extLst>
          </p:cNvPr>
          <p:cNvSpPr txBox="1"/>
          <p:nvPr/>
        </p:nvSpPr>
        <p:spPr>
          <a:xfrm>
            <a:off x="2486761" y="1299112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a)</a:t>
            </a:r>
            <a:endParaRPr lang="da-DK" dirty="0">
              <a:latin typeface="Georgia" panose="02040502050405020303" pitchFamily="18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9B6DDE7-B49D-D0CB-AF0F-94E0E83FB4F0}"/>
              </a:ext>
            </a:extLst>
          </p:cNvPr>
          <p:cNvSpPr txBox="1"/>
          <p:nvPr/>
        </p:nvSpPr>
        <p:spPr>
          <a:xfrm>
            <a:off x="4878785" y="129911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b)</a:t>
            </a:r>
            <a:endParaRPr lang="da-DK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69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7FA33700-EF59-6FC0-2DBE-C677F794CD5F}"/>
              </a:ext>
            </a:extLst>
          </p:cNvPr>
          <p:cNvCxnSpPr>
            <a:cxnSpLocks/>
          </p:cNvCxnSpPr>
          <p:nvPr/>
        </p:nvCxnSpPr>
        <p:spPr>
          <a:xfrm>
            <a:off x="7338453" y="2640214"/>
            <a:ext cx="2568353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69177817-9761-9328-4799-F4251E55C4D2}"/>
              </a:ext>
            </a:extLst>
          </p:cNvPr>
          <p:cNvCxnSpPr>
            <a:cxnSpLocks/>
          </p:cNvCxnSpPr>
          <p:nvPr/>
        </p:nvCxnSpPr>
        <p:spPr>
          <a:xfrm>
            <a:off x="7298921" y="1891393"/>
            <a:ext cx="2607885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C24114B-FD7B-3B82-108D-3466DF416B3B}"/>
              </a:ext>
            </a:extLst>
          </p:cNvPr>
          <p:cNvCxnSpPr>
            <a:cxnSpLocks/>
          </p:cNvCxnSpPr>
          <p:nvPr/>
        </p:nvCxnSpPr>
        <p:spPr>
          <a:xfrm>
            <a:off x="7319405" y="3328377"/>
            <a:ext cx="2568353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761DA64C-ABC2-CB81-78B6-030F447F83F1}"/>
              </a:ext>
            </a:extLst>
          </p:cNvPr>
          <p:cNvCxnSpPr>
            <a:cxnSpLocks/>
          </p:cNvCxnSpPr>
          <p:nvPr/>
        </p:nvCxnSpPr>
        <p:spPr>
          <a:xfrm flipV="1">
            <a:off x="8228013" y="1891393"/>
            <a:ext cx="0" cy="236087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1F472D8E-DB99-AEE2-601A-25209A1FC412}"/>
              </a:ext>
            </a:extLst>
          </p:cNvPr>
          <p:cNvCxnSpPr>
            <a:cxnSpLocks/>
          </p:cNvCxnSpPr>
          <p:nvPr/>
        </p:nvCxnSpPr>
        <p:spPr>
          <a:xfrm flipV="1">
            <a:off x="9168619" y="1889124"/>
            <a:ext cx="0" cy="236087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00A37092-9B9B-6F05-EBC5-13EA1EECC2C1}"/>
              </a:ext>
            </a:extLst>
          </p:cNvPr>
          <p:cNvCxnSpPr>
            <a:cxnSpLocks/>
          </p:cNvCxnSpPr>
          <p:nvPr/>
        </p:nvCxnSpPr>
        <p:spPr>
          <a:xfrm>
            <a:off x="7317576" y="4049907"/>
            <a:ext cx="2568353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Rectangle 343">
            <a:extLst>
              <a:ext uri="{FF2B5EF4-FFF2-40B4-BE49-F238E27FC236}">
                <a16:creationId xmlns:a16="http://schemas.microsoft.com/office/drawing/2014/main" id="{718DB34A-237F-93EA-5632-752649D03D3F}"/>
              </a:ext>
            </a:extLst>
          </p:cNvPr>
          <p:cNvSpPr/>
          <p:nvPr/>
        </p:nvSpPr>
        <p:spPr>
          <a:xfrm>
            <a:off x="3716455" y="1647619"/>
            <a:ext cx="82296" cy="186137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C00000">
                  <a:alpha val="60000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6FEAD5DD-CF23-8CBF-4F10-B635211118BF}"/>
              </a:ext>
            </a:extLst>
          </p:cNvPr>
          <p:cNvSpPr/>
          <p:nvPr/>
        </p:nvSpPr>
        <p:spPr>
          <a:xfrm>
            <a:off x="5859093" y="1656266"/>
            <a:ext cx="82296" cy="186137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C00000">
                  <a:alpha val="60000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E6A18-F6BB-C088-6553-B7939CDA3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02292" y="987510"/>
            <a:ext cx="7112366" cy="4578585"/>
          </a:xfrm>
          <a:prstGeom prst="rect">
            <a:avLst/>
          </a:prstGeom>
        </p:spPr>
      </p:pic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3DDAD6CD-238C-A963-815A-02719198C1F1}"/>
              </a:ext>
            </a:extLst>
          </p:cNvPr>
          <p:cNvCxnSpPr>
            <a:cxnSpLocks/>
          </p:cNvCxnSpPr>
          <p:nvPr/>
        </p:nvCxnSpPr>
        <p:spPr>
          <a:xfrm flipH="1">
            <a:off x="3656267" y="3551151"/>
            <a:ext cx="294130" cy="1140010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DCCCFAE0-ECA9-6977-1D94-F1AFEE96972C}"/>
              </a:ext>
            </a:extLst>
          </p:cNvPr>
          <p:cNvCxnSpPr>
            <a:cxnSpLocks/>
          </p:cNvCxnSpPr>
          <p:nvPr/>
        </p:nvCxnSpPr>
        <p:spPr>
          <a:xfrm>
            <a:off x="3540688" y="3549225"/>
            <a:ext cx="314289" cy="1152401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BDC45151-0E6F-05CB-2DC8-FF15ECE91184}"/>
              </a:ext>
            </a:extLst>
          </p:cNvPr>
          <p:cNvCxnSpPr>
            <a:cxnSpLocks/>
          </p:cNvCxnSpPr>
          <p:nvPr/>
        </p:nvCxnSpPr>
        <p:spPr>
          <a:xfrm>
            <a:off x="3753643" y="3547298"/>
            <a:ext cx="1348" cy="1162188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E5505C95-4B65-FCD5-B120-AF1C467D7953}"/>
              </a:ext>
            </a:extLst>
          </p:cNvPr>
          <p:cNvCxnSpPr>
            <a:cxnSpLocks/>
          </p:cNvCxnSpPr>
          <p:nvPr/>
        </p:nvCxnSpPr>
        <p:spPr>
          <a:xfrm flipH="1">
            <a:off x="3607326" y="3557763"/>
            <a:ext cx="452063" cy="1133398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EF3E590A-F3BD-DC2F-17F8-7F66FD520948}"/>
              </a:ext>
            </a:extLst>
          </p:cNvPr>
          <p:cNvCxnSpPr>
            <a:cxnSpLocks/>
          </p:cNvCxnSpPr>
          <p:nvPr/>
        </p:nvCxnSpPr>
        <p:spPr>
          <a:xfrm>
            <a:off x="3441833" y="3553910"/>
            <a:ext cx="456255" cy="1143863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DB65009-9F17-F3F0-CBC7-BE171DE28992}"/>
              </a:ext>
            </a:extLst>
          </p:cNvPr>
          <p:cNvCxnSpPr>
            <a:cxnSpLocks/>
          </p:cNvCxnSpPr>
          <p:nvPr/>
        </p:nvCxnSpPr>
        <p:spPr>
          <a:xfrm flipH="1">
            <a:off x="3710782" y="3553910"/>
            <a:ext cx="140412" cy="1137251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AE545F5D-EB54-AC45-90E4-7466C306F6D7}"/>
              </a:ext>
            </a:extLst>
          </p:cNvPr>
          <p:cNvCxnSpPr>
            <a:cxnSpLocks/>
          </p:cNvCxnSpPr>
          <p:nvPr/>
        </p:nvCxnSpPr>
        <p:spPr>
          <a:xfrm>
            <a:off x="3663888" y="3546050"/>
            <a:ext cx="132002" cy="1153650"/>
          </a:xfrm>
          <a:prstGeom prst="line">
            <a:avLst/>
          </a:prstGeom>
          <a:ln w="12700">
            <a:solidFill>
              <a:srgbClr val="C5E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5E95D5-ABE5-698A-8152-0C7C59DB3DA9}"/>
              </a:ext>
            </a:extLst>
          </p:cNvPr>
          <p:cNvCxnSpPr>
            <a:cxnSpLocks/>
          </p:cNvCxnSpPr>
          <p:nvPr/>
        </p:nvCxnSpPr>
        <p:spPr>
          <a:xfrm>
            <a:off x="3354166" y="3606482"/>
            <a:ext cx="600614" cy="1087438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B69390-E615-25C0-0889-92A9F54F4371}"/>
              </a:ext>
            </a:extLst>
          </p:cNvPr>
          <p:cNvCxnSpPr>
            <a:cxnSpLocks/>
          </p:cNvCxnSpPr>
          <p:nvPr/>
        </p:nvCxnSpPr>
        <p:spPr>
          <a:xfrm flipH="1">
            <a:off x="3549297" y="3631406"/>
            <a:ext cx="584256" cy="1062514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Top Corners One Rounded and One Snipped 16">
            <a:extLst>
              <a:ext uri="{FF2B5EF4-FFF2-40B4-BE49-F238E27FC236}">
                <a16:creationId xmlns:a16="http://schemas.microsoft.com/office/drawing/2014/main" id="{38D2CB3F-2621-DDE7-0AE8-8C865B908E42}"/>
              </a:ext>
            </a:extLst>
          </p:cNvPr>
          <p:cNvSpPr/>
          <p:nvPr/>
        </p:nvSpPr>
        <p:spPr>
          <a:xfrm rot="10800000">
            <a:off x="4026037" y="3341987"/>
            <a:ext cx="451463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9" name="Rectangle: Top Corners One Rounded and One Snipped 18">
            <a:extLst>
              <a:ext uri="{FF2B5EF4-FFF2-40B4-BE49-F238E27FC236}">
                <a16:creationId xmlns:a16="http://schemas.microsoft.com/office/drawing/2014/main" id="{3C6471DF-9178-114E-0076-60BB53E39DBA}"/>
              </a:ext>
            </a:extLst>
          </p:cNvPr>
          <p:cNvSpPr/>
          <p:nvPr/>
        </p:nvSpPr>
        <p:spPr>
          <a:xfrm rot="10800000" flipH="1">
            <a:off x="2990370" y="3341987"/>
            <a:ext cx="451463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19833F-A714-46A2-753C-88337C2F57BE}"/>
              </a:ext>
            </a:extLst>
          </p:cNvPr>
          <p:cNvCxnSpPr>
            <a:cxnSpLocks/>
          </p:cNvCxnSpPr>
          <p:nvPr/>
        </p:nvCxnSpPr>
        <p:spPr>
          <a:xfrm flipV="1">
            <a:off x="7317576" y="1572255"/>
            <a:ext cx="0" cy="268001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105E050-0077-889F-AF5C-5EDF2D565E02}"/>
              </a:ext>
            </a:extLst>
          </p:cNvPr>
          <p:cNvCxnSpPr>
            <a:cxnSpLocks/>
          </p:cNvCxnSpPr>
          <p:nvPr/>
        </p:nvCxnSpPr>
        <p:spPr>
          <a:xfrm>
            <a:off x="7317576" y="4252272"/>
            <a:ext cx="266398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F400B0A-673D-FC26-7A43-0CE9936E4A3E}"/>
              </a:ext>
            </a:extLst>
          </p:cNvPr>
          <p:cNvSpPr/>
          <p:nvPr/>
        </p:nvSpPr>
        <p:spPr>
          <a:xfrm>
            <a:off x="7435056" y="1891393"/>
            <a:ext cx="2297694" cy="2177370"/>
          </a:xfrm>
          <a:custGeom>
            <a:avLst/>
            <a:gdLst>
              <a:gd name="csX0" fmla="*/ 0 w 2297694"/>
              <a:gd name="csY0" fmla="*/ 0 h 2255044"/>
              <a:gd name="csX1" fmla="*/ 261938 w 2297694"/>
              <a:gd name="csY1" fmla="*/ 738187 h 2255044"/>
              <a:gd name="csX2" fmla="*/ 604838 w 2297694"/>
              <a:gd name="csY2" fmla="*/ 1121569 h 2255044"/>
              <a:gd name="csX3" fmla="*/ 1262063 w 2297694"/>
              <a:gd name="csY3" fmla="*/ 1343025 h 2255044"/>
              <a:gd name="csX4" fmla="*/ 1678782 w 2297694"/>
              <a:gd name="csY4" fmla="*/ 1490662 h 2255044"/>
              <a:gd name="csX5" fmla="*/ 2124075 w 2297694"/>
              <a:gd name="csY5" fmla="*/ 1704975 h 2255044"/>
              <a:gd name="csX6" fmla="*/ 2281238 w 2297694"/>
              <a:gd name="csY6" fmla="*/ 1881187 h 2255044"/>
              <a:gd name="csX7" fmla="*/ 2274094 w 2297694"/>
              <a:gd name="csY7" fmla="*/ 2066925 h 2255044"/>
              <a:gd name="csX8" fmla="*/ 2114550 w 2297694"/>
              <a:gd name="csY8" fmla="*/ 2255044 h 2255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97694" h="2255044">
                <a:moveTo>
                  <a:pt x="0" y="0"/>
                </a:moveTo>
                <a:cubicBezTo>
                  <a:pt x="80566" y="275629"/>
                  <a:pt x="161132" y="551259"/>
                  <a:pt x="261938" y="738187"/>
                </a:cubicBezTo>
                <a:cubicBezTo>
                  <a:pt x="362744" y="925115"/>
                  <a:pt x="438151" y="1020763"/>
                  <a:pt x="604838" y="1121569"/>
                </a:cubicBezTo>
                <a:cubicBezTo>
                  <a:pt x="771525" y="1222375"/>
                  <a:pt x="1262063" y="1343025"/>
                  <a:pt x="1262063" y="1343025"/>
                </a:cubicBezTo>
                <a:cubicBezTo>
                  <a:pt x="1441054" y="1404540"/>
                  <a:pt x="1535113" y="1430337"/>
                  <a:pt x="1678782" y="1490662"/>
                </a:cubicBezTo>
                <a:cubicBezTo>
                  <a:pt x="1822451" y="1550987"/>
                  <a:pt x="2023666" y="1639888"/>
                  <a:pt x="2124075" y="1704975"/>
                </a:cubicBezTo>
                <a:cubicBezTo>
                  <a:pt x="2224484" y="1770062"/>
                  <a:pt x="2256235" y="1820862"/>
                  <a:pt x="2281238" y="1881187"/>
                </a:cubicBezTo>
                <a:cubicBezTo>
                  <a:pt x="2306241" y="1941512"/>
                  <a:pt x="2301875" y="2004616"/>
                  <a:pt x="2274094" y="2066925"/>
                </a:cubicBezTo>
                <a:cubicBezTo>
                  <a:pt x="2246313" y="2129234"/>
                  <a:pt x="2180431" y="2192139"/>
                  <a:pt x="2114550" y="2255044"/>
                </a:cubicBezTo>
              </a:path>
            </a:pathLst>
          </a:custGeom>
          <a:noFill/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248E2DA-C244-86E3-796F-C315AA3798BC}"/>
              </a:ext>
            </a:extLst>
          </p:cNvPr>
          <p:cNvCxnSpPr/>
          <p:nvPr/>
        </p:nvCxnSpPr>
        <p:spPr>
          <a:xfrm>
            <a:off x="8228013" y="4211635"/>
            <a:ext cx="0" cy="85725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4948A9-3076-E2F1-80E8-108178643237}"/>
              </a:ext>
            </a:extLst>
          </p:cNvPr>
          <p:cNvCxnSpPr/>
          <p:nvPr/>
        </p:nvCxnSpPr>
        <p:spPr>
          <a:xfrm>
            <a:off x="9168619" y="4211634"/>
            <a:ext cx="0" cy="85725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652672D-B4C8-5401-FD08-7A80ADA6A278}"/>
              </a:ext>
            </a:extLst>
          </p:cNvPr>
          <p:cNvSpPr/>
          <p:nvPr/>
        </p:nvSpPr>
        <p:spPr>
          <a:xfrm>
            <a:off x="7349071" y="1891394"/>
            <a:ext cx="142969" cy="2160699"/>
          </a:xfrm>
          <a:custGeom>
            <a:avLst/>
            <a:gdLst>
              <a:gd name="csX0" fmla="*/ 5533 w 150623"/>
              <a:gd name="csY0" fmla="*/ 0 h 2216944"/>
              <a:gd name="csX1" fmla="*/ 771 w 150623"/>
              <a:gd name="csY1" fmla="*/ 395288 h 2216944"/>
              <a:gd name="csX2" fmla="*/ 19821 w 150623"/>
              <a:gd name="csY2" fmla="*/ 735806 h 2216944"/>
              <a:gd name="csX3" fmla="*/ 50777 w 150623"/>
              <a:gd name="csY3" fmla="*/ 921544 h 2216944"/>
              <a:gd name="csX4" fmla="*/ 119833 w 150623"/>
              <a:gd name="csY4" fmla="*/ 1302544 h 2216944"/>
              <a:gd name="csX5" fmla="*/ 148408 w 150623"/>
              <a:gd name="csY5" fmla="*/ 1495425 h 2216944"/>
              <a:gd name="csX6" fmla="*/ 146027 w 150623"/>
              <a:gd name="csY6" fmla="*/ 1690688 h 2216944"/>
              <a:gd name="csX7" fmla="*/ 124596 w 150623"/>
              <a:gd name="csY7" fmla="*/ 1895475 h 2216944"/>
              <a:gd name="csX8" fmla="*/ 84114 w 150623"/>
              <a:gd name="csY8" fmla="*/ 2074069 h 2216944"/>
              <a:gd name="csX9" fmla="*/ 43633 w 150623"/>
              <a:gd name="csY9" fmla="*/ 2216944 h 2216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0623" h="2216944">
                <a:moveTo>
                  <a:pt x="5533" y="0"/>
                </a:moveTo>
                <a:cubicBezTo>
                  <a:pt x="1961" y="136327"/>
                  <a:pt x="-1610" y="272654"/>
                  <a:pt x="771" y="395288"/>
                </a:cubicBezTo>
                <a:cubicBezTo>
                  <a:pt x="3152" y="517922"/>
                  <a:pt x="11487" y="648097"/>
                  <a:pt x="19821" y="735806"/>
                </a:cubicBezTo>
                <a:cubicBezTo>
                  <a:pt x="28155" y="823515"/>
                  <a:pt x="34108" y="827088"/>
                  <a:pt x="50777" y="921544"/>
                </a:cubicBezTo>
                <a:cubicBezTo>
                  <a:pt x="67446" y="1016000"/>
                  <a:pt x="103561" y="1206897"/>
                  <a:pt x="119833" y="1302544"/>
                </a:cubicBezTo>
                <a:cubicBezTo>
                  <a:pt x="136105" y="1398191"/>
                  <a:pt x="144042" y="1430734"/>
                  <a:pt x="148408" y="1495425"/>
                </a:cubicBezTo>
                <a:cubicBezTo>
                  <a:pt x="152774" y="1560116"/>
                  <a:pt x="149996" y="1624013"/>
                  <a:pt x="146027" y="1690688"/>
                </a:cubicBezTo>
                <a:cubicBezTo>
                  <a:pt x="142058" y="1757363"/>
                  <a:pt x="134915" y="1831578"/>
                  <a:pt x="124596" y="1895475"/>
                </a:cubicBezTo>
                <a:cubicBezTo>
                  <a:pt x="114277" y="1959372"/>
                  <a:pt x="97608" y="2020491"/>
                  <a:pt x="84114" y="2074069"/>
                </a:cubicBezTo>
                <a:cubicBezTo>
                  <a:pt x="70620" y="2127647"/>
                  <a:pt x="57126" y="2172295"/>
                  <a:pt x="43633" y="2216944"/>
                </a:cubicBezTo>
              </a:path>
            </a:pathLst>
          </a:custGeom>
          <a:noFill/>
          <a:ln w="9525">
            <a:solidFill>
              <a:srgbClr val="4C21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BD120E-F5F6-9383-E93A-FBDBE6CB3E1B}"/>
              </a:ext>
            </a:extLst>
          </p:cNvPr>
          <p:cNvCxnSpPr>
            <a:cxnSpLocks/>
          </p:cNvCxnSpPr>
          <p:nvPr/>
        </p:nvCxnSpPr>
        <p:spPr>
          <a:xfrm flipH="1">
            <a:off x="7266775" y="4049907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7E1DC09-FFCC-AF76-B375-83A06B2FAA32}"/>
              </a:ext>
            </a:extLst>
          </p:cNvPr>
          <p:cNvCxnSpPr>
            <a:cxnSpLocks/>
          </p:cNvCxnSpPr>
          <p:nvPr/>
        </p:nvCxnSpPr>
        <p:spPr>
          <a:xfrm flipH="1">
            <a:off x="7266775" y="3328377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958E4F7-C4A6-2C39-72E8-53276D0CCE89}"/>
              </a:ext>
            </a:extLst>
          </p:cNvPr>
          <p:cNvGrpSpPr/>
          <p:nvPr/>
        </p:nvGrpSpPr>
        <p:grpSpPr>
          <a:xfrm>
            <a:off x="7392506" y="4012693"/>
            <a:ext cx="0" cy="74436"/>
            <a:chOff x="1243012" y="2009775"/>
            <a:chExt cx="0" cy="37623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8C9D797-7342-2333-2A7C-E0AF08C7F817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F2DEFD0-3D1F-DB90-C357-5C42219C4DCF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FBFE954-4868-A79E-E777-4DD1EAEB5C74}"/>
              </a:ext>
            </a:extLst>
          </p:cNvPr>
          <p:cNvGrpSpPr/>
          <p:nvPr/>
        </p:nvGrpSpPr>
        <p:grpSpPr>
          <a:xfrm>
            <a:off x="7432675" y="3862674"/>
            <a:ext cx="0" cy="74436"/>
            <a:chOff x="1243012" y="2009775"/>
            <a:chExt cx="0" cy="376238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DF6BFF8-7EE6-13BB-C16C-EC9BB15C4B75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5E8FF25-9A28-D43C-6BCA-085536A528F2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0EBEDED-1D9D-23CC-EC27-7388D1E9F89D}"/>
              </a:ext>
            </a:extLst>
          </p:cNvPr>
          <p:cNvGrpSpPr/>
          <p:nvPr/>
        </p:nvGrpSpPr>
        <p:grpSpPr>
          <a:xfrm>
            <a:off x="7471402" y="3679318"/>
            <a:ext cx="0" cy="74436"/>
            <a:chOff x="1243012" y="2009775"/>
            <a:chExt cx="0" cy="376238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6CDAAAF-6CCF-3C26-4B25-7B7DE35596E5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8F08FA3-4E65-407A-1A6A-E8B6B5617A9C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FAD38A4-2F42-BA64-4E05-F50AFD66F9F7}"/>
              </a:ext>
            </a:extLst>
          </p:cNvPr>
          <p:cNvGrpSpPr/>
          <p:nvPr/>
        </p:nvGrpSpPr>
        <p:grpSpPr>
          <a:xfrm>
            <a:off x="7490452" y="3477277"/>
            <a:ext cx="0" cy="74436"/>
            <a:chOff x="1243012" y="2009775"/>
            <a:chExt cx="0" cy="376238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D8B20B7-1DCB-DB4A-6044-3845AC25955A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26A0753-D170-AA8A-4975-DC23CCBEE176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E000125-AEE4-1156-5E55-65F9199F58B0}"/>
              </a:ext>
            </a:extLst>
          </p:cNvPr>
          <p:cNvGrpSpPr/>
          <p:nvPr/>
        </p:nvGrpSpPr>
        <p:grpSpPr>
          <a:xfrm>
            <a:off x="7489659" y="3291187"/>
            <a:ext cx="0" cy="74436"/>
            <a:chOff x="1243012" y="2009775"/>
            <a:chExt cx="0" cy="37623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565D39C-12DA-0C8F-A86B-1DC4A5F352E4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26421C0-2C99-3DC0-C812-C4C4DAAF4A45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5FF7148-A2CE-0F39-DD4A-3ABF95FFD502}"/>
              </a:ext>
            </a:extLst>
          </p:cNvPr>
          <p:cNvGrpSpPr/>
          <p:nvPr/>
        </p:nvGrpSpPr>
        <p:grpSpPr>
          <a:xfrm>
            <a:off x="7468854" y="3150693"/>
            <a:ext cx="0" cy="74436"/>
            <a:chOff x="1243012" y="2009775"/>
            <a:chExt cx="0" cy="376238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B1A9F43-6F79-7D7F-8EC1-35C04E0D14A1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39B5832-8857-F611-70DF-4EBDC3D22045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A56A32F-FEFC-C660-37CC-7F679FE1B13B}"/>
              </a:ext>
            </a:extLst>
          </p:cNvPr>
          <p:cNvGrpSpPr/>
          <p:nvPr/>
        </p:nvGrpSpPr>
        <p:grpSpPr>
          <a:xfrm>
            <a:off x="7421081" y="2869706"/>
            <a:ext cx="0" cy="74436"/>
            <a:chOff x="1243012" y="2009775"/>
            <a:chExt cx="0" cy="376238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5AE1A6A-6AEC-9822-FCF5-13794F4C244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1E0B8C0-B3C8-9E64-DC47-F551DD08F326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7F2CA4B-C487-6D68-9A17-E76DF82CA539}"/>
              </a:ext>
            </a:extLst>
          </p:cNvPr>
          <p:cNvGrpSpPr/>
          <p:nvPr/>
        </p:nvGrpSpPr>
        <p:grpSpPr>
          <a:xfrm>
            <a:off x="7370595" y="2600989"/>
            <a:ext cx="0" cy="74436"/>
            <a:chOff x="1243012" y="2009775"/>
            <a:chExt cx="0" cy="376238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1CE663F-D66E-7C9B-DFBC-3D05AC830081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8202EE-DD03-AE4D-C86E-81DC9E3AD270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6F819B2-ED9D-D256-A907-567A201539D6}"/>
              </a:ext>
            </a:extLst>
          </p:cNvPr>
          <p:cNvGrpSpPr/>
          <p:nvPr/>
        </p:nvGrpSpPr>
        <p:grpSpPr>
          <a:xfrm>
            <a:off x="7352076" y="2260466"/>
            <a:ext cx="0" cy="74436"/>
            <a:chOff x="1243012" y="2009775"/>
            <a:chExt cx="0" cy="37623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25087B9-5ABA-91BA-FF43-B9566FD5E9C0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71B2F21-990F-5059-ADBC-2E5D50BC5BB6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00ACAC1-7BB0-E208-05C6-5034B3037F49}"/>
              </a:ext>
            </a:extLst>
          </p:cNvPr>
          <p:cNvGrpSpPr/>
          <p:nvPr/>
        </p:nvGrpSpPr>
        <p:grpSpPr>
          <a:xfrm>
            <a:off x="7357008" y="1848509"/>
            <a:ext cx="0" cy="74436"/>
            <a:chOff x="1243012" y="2009775"/>
            <a:chExt cx="0" cy="376238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46F04BE-4F6B-51EA-78B7-53604E6F453D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4E48C23-3543-B9F9-8036-237A4A6AEDC7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rgbClr val="4C216D"/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BE6FF1D-7AF6-80AC-DB8C-1CCA9FE945B9}"/>
              </a:ext>
            </a:extLst>
          </p:cNvPr>
          <p:cNvGrpSpPr/>
          <p:nvPr/>
        </p:nvGrpSpPr>
        <p:grpSpPr>
          <a:xfrm>
            <a:off x="9572142" y="4010114"/>
            <a:ext cx="0" cy="74436"/>
            <a:chOff x="1243012" y="2009775"/>
            <a:chExt cx="0" cy="376238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7EEC5CD-556C-B420-F441-6277BFEFAD0C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6C79C87-5E2F-A54D-C54C-974073E9A6E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7488887-5745-C078-FCE9-652AE247C6B7}"/>
              </a:ext>
            </a:extLst>
          </p:cNvPr>
          <p:cNvGrpSpPr/>
          <p:nvPr/>
        </p:nvGrpSpPr>
        <p:grpSpPr>
          <a:xfrm>
            <a:off x="9702899" y="3856415"/>
            <a:ext cx="0" cy="74436"/>
            <a:chOff x="1243012" y="2009775"/>
            <a:chExt cx="0" cy="376238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C6F7353-0D37-F783-8D99-6CCFE434B9E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83D9DAE-DCE7-0E2A-6CFE-A249AB3D06C6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C452F9B-9A4F-8793-B972-0023FF5D7F3E}"/>
              </a:ext>
            </a:extLst>
          </p:cNvPr>
          <p:cNvGrpSpPr/>
          <p:nvPr/>
        </p:nvGrpSpPr>
        <p:grpSpPr>
          <a:xfrm>
            <a:off x="9717769" y="3672460"/>
            <a:ext cx="0" cy="74436"/>
            <a:chOff x="1243012" y="2009775"/>
            <a:chExt cx="0" cy="376238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B20C331-6649-9204-380E-D654D5672CC6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BF747EE-45AF-F7E8-7425-08FF5054E56B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84726B4-7A33-7B07-691C-1FF2E1FE3670}"/>
              </a:ext>
            </a:extLst>
          </p:cNvPr>
          <p:cNvGrpSpPr/>
          <p:nvPr/>
        </p:nvGrpSpPr>
        <p:grpSpPr>
          <a:xfrm>
            <a:off x="9522135" y="3478070"/>
            <a:ext cx="0" cy="74436"/>
            <a:chOff x="1243012" y="2009775"/>
            <a:chExt cx="0" cy="376238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6345B74-2FFC-D8EA-C558-7473EAB475DF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3E47AC2-B13C-D50A-DAF1-0ED568F1EC2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7F8CF7F-9D2D-BD05-4A97-ED852BE666A8}"/>
              </a:ext>
            </a:extLst>
          </p:cNvPr>
          <p:cNvGrpSpPr/>
          <p:nvPr/>
        </p:nvGrpSpPr>
        <p:grpSpPr>
          <a:xfrm>
            <a:off x="9106071" y="3291159"/>
            <a:ext cx="0" cy="74436"/>
            <a:chOff x="1243012" y="2009775"/>
            <a:chExt cx="0" cy="376238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A51665C-80A5-1175-789B-543E5021394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84BBE7B-7437-2899-B93D-AAD67426B360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86C3A53-168F-6F1A-B3D0-304AA13305D2}"/>
              </a:ext>
            </a:extLst>
          </p:cNvPr>
          <p:cNvGrpSpPr/>
          <p:nvPr/>
        </p:nvGrpSpPr>
        <p:grpSpPr>
          <a:xfrm>
            <a:off x="8686319" y="3146785"/>
            <a:ext cx="0" cy="74436"/>
            <a:chOff x="1243012" y="2009775"/>
            <a:chExt cx="0" cy="376238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3405C54-CCDB-FB7C-D2C9-04F9EB140D9B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D7153BD-3200-4016-7FAD-53C9DC0597A4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D449860-6A67-45B0-E8FB-394EE196E830}"/>
              </a:ext>
            </a:extLst>
          </p:cNvPr>
          <p:cNvGrpSpPr/>
          <p:nvPr/>
        </p:nvGrpSpPr>
        <p:grpSpPr>
          <a:xfrm>
            <a:off x="7938610" y="2868181"/>
            <a:ext cx="0" cy="74436"/>
            <a:chOff x="1243012" y="2009775"/>
            <a:chExt cx="0" cy="376238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3EECE20-A0C1-2EC0-D5D3-504DED98A9EA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27779B7-7C27-19EC-4535-BF333BB55A1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CDBD214-CB12-2346-3DA2-540CC7896E4D}"/>
              </a:ext>
            </a:extLst>
          </p:cNvPr>
          <p:cNvGrpSpPr/>
          <p:nvPr/>
        </p:nvGrpSpPr>
        <p:grpSpPr>
          <a:xfrm>
            <a:off x="7714766" y="2600554"/>
            <a:ext cx="0" cy="74436"/>
            <a:chOff x="1243012" y="2009775"/>
            <a:chExt cx="0" cy="37623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7B41CAD-8E97-B018-6695-997DFF1C7C11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1F354AB-A2B4-C58C-0BA2-E85853F34419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7D013AB-7F45-C959-9D80-CBA2ED9B8C01}"/>
              </a:ext>
            </a:extLst>
          </p:cNvPr>
          <p:cNvGrpSpPr/>
          <p:nvPr/>
        </p:nvGrpSpPr>
        <p:grpSpPr>
          <a:xfrm>
            <a:off x="7567128" y="2258968"/>
            <a:ext cx="0" cy="74436"/>
            <a:chOff x="1243012" y="2009775"/>
            <a:chExt cx="0" cy="376238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0A062E5-51F2-D544-06B0-00292C48DC5B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08AAC3B-D2F6-179E-A40D-A686B56C88BD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8E1A2E-FFBA-3CEA-45DB-0578EF1DC849}"/>
              </a:ext>
            </a:extLst>
          </p:cNvPr>
          <p:cNvGrpSpPr/>
          <p:nvPr/>
        </p:nvGrpSpPr>
        <p:grpSpPr>
          <a:xfrm>
            <a:off x="7437437" y="1848463"/>
            <a:ext cx="0" cy="74436"/>
            <a:chOff x="1243012" y="2009775"/>
            <a:chExt cx="0" cy="376238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7D5B3A31-6547-118E-11DA-C043B5AC8C38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23C3ECE-4151-D2D6-D652-E1E3CA00639A}"/>
                </a:ext>
              </a:extLst>
            </p:cNvPr>
            <p:cNvCxnSpPr>
              <a:cxnSpLocks/>
            </p:cNvCxnSpPr>
            <p:nvPr/>
          </p:nvCxnSpPr>
          <p:spPr>
            <a:xfrm>
              <a:off x="1243012" y="2009775"/>
              <a:ext cx="0" cy="376238"/>
            </a:xfrm>
            <a:prstGeom prst="line">
              <a:avLst/>
            </a:prstGeom>
            <a:ln w="6350">
              <a:solidFill>
                <a:schemeClr val="accent4">
                  <a:lumMod val="75000"/>
                </a:schemeClr>
              </a:solidFill>
            </a:ln>
            <a:scene3d>
              <a:camera prst="orthographicFront">
                <a:rot lat="0" lon="0" rev="18900000"/>
              </a:camera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4" name="Arc 143">
            <a:extLst>
              <a:ext uri="{FF2B5EF4-FFF2-40B4-BE49-F238E27FC236}">
                <a16:creationId xmlns:a16="http://schemas.microsoft.com/office/drawing/2014/main" id="{4E3F90E7-70A2-9EF6-AAAA-919755809C76}"/>
              </a:ext>
            </a:extLst>
          </p:cNvPr>
          <p:cNvSpPr/>
          <p:nvPr/>
        </p:nvSpPr>
        <p:spPr>
          <a:xfrm rot="5400000">
            <a:off x="3529466" y="3427031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95E8B60-1A46-D156-CDD2-BFA6B2450E8D}"/>
              </a:ext>
            </a:extLst>
          </p:cNvPr>
          <p:cNvCxnSpPr>
            <a:cxnSpLocks/>
          </p:cNvCxnSpPr>
          <p:nvPr/>
        </p:nvCxnSpPr>
        <p:spPr>
          <a:xfrm>
            <a:off x="5014913" y="3516292"/>
            <a:ext cx="1928595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C79B4FC-268C-E40E-7288-40F8F193D030}"/>
              </a:ext>
            </a:extLst>
          </p:cNvPr>
          <p:cNvCxnSpPr>
            <a:cxnSpLocks/>
          </p:cNvCxnSpPr>
          <p:nvPr/>
        </p:nvCxnSpPr>
        <p:spPr>
          <a:xfrm>
            <a:off x="5898835" y="3186322"/>
            <a:ext cx="1044673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2CA1C7C-4564-FBE7-B19E-D4C5415B22DD}"/>
              </a:ext>
            </a:extLst>
          </p:cNvPr>
          <p:cNvCxnSpPr>
            <a:cxnSpLocks/>
          </p:cNvCxnSpPr>
          <p:nvPr/>
        </p:nvCxnSpPr>
        <p:spPr>
          <a:xfrm>
            <a:off x="5898835" y="2637928"/>
            <a:ext cx="1044673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BC046B35-8D33-E72C-3123-590C233C0F92}"/>
              </a:ext>
            </a:extLst>
          </p:cNvPr>
          <p:cNvCxnSpPr>
            <a:cxnSpLocks/>
          </p:cNvCxnSpPr>
          <p:nvPr/>
        </p:nvCxnSpPr>
        <p:spPr>
          <a:xfrm>
            <a:off x="5898835" y="2300858"/>
            <a:ext cx="927415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E14FDDB-DC85-FDD8-D684-58B8F0DF2E9B}"/>
              </a:ext>
            </a:extLst>
          </p:cNvPr>
          <p:cNvCxnSpPr>
            <a:cxnSpLocks/>
          </p:cNvCxnSpPr>
          <p:nvPr/>
        </p:nvCxnSpPr>
        <p:spPr>
          <a:xfrm flipV="1">
            <a:off x="3710782" y="1647824"/>
            <a:ext cx="0" cy="1869934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E8CBE8F-DA38-3B5D-7124-37D5998E6249}"/>
              </a:ext>
            </a:extLst>
          </p:cNvPr>
          <p:cNvCxnSpPr>
            <a:cxnSpLocks/>
          </p:cNvCxnSpPr>
          <p:nvPr/>
        </p:nvCxnSpPr>
        <p:spPr>
          <a:xfrm flipV="1">
            <a:off x="3799682" y="1647824"/>
            <a:ext cx="0" cy="18778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Arc 170">
            <a:extLst>
              <a:ext uri="{FF2B5EF4-FFF2-40B4-BE49-F238E27FC236}">
                <a16:creationId xmlns:a16="http://schemas.microsoft.com/office/drawing/2014/main" id="{B2E30920-8FCE-ECC6-39F7-2E365775EEFE}"/>
              </a:ext>
            </a:extLst>
          </p:cNvPr>
          <p:cNvSpPr/>
          <p:nvPr/>
        </p:nvSpPr>
        <p:spPr>
          <a:xfrm rot="10800000">
            <a:off x="3799683" y="3427960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3E13A8B-5D4C-3F5A-58C3-938EEA841237}"/>
              </a:ext>
            </a:extLst>
          </p:cNvPr>
          <p:cNvCxnSpPr>
            <a:cxnSpLocks/>
          </p:cNvCxnSpPr>
          <p:nvPr/>
        </p:nvCxnSpPr>
        <p:spPr>
          <a:xfrm flipV="1">
            <a:off x="3753644" y="1538992"/>
            <a:ext cx="0" cy="3059202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6F18747-CF8F-4A10-B442-256730C6FEA8}"/>
              </a:ext>
            </a:extLst>
          </p:cNvPr>
          <p:cNvCxnSpPr>
            <a:cxnSpLocks/>
          </p:cNvCxnSpPr>
          <p:nvPr/>
        </p:nvCxnSpPr>
        <p:spPr>
          <a:xfrm flipH="1">
            <a:off x="7261219" y="2640214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62C71E7-8AC4-4525-908A-0F35BF980141}"/>
              </a:ext>
            </a:extLst>
          </p:cNvPr>
          <p:cNvCxnSpPr>
            <a:cxnSpLocks/>
          </p:cNvCxnSpPr>
          <p:nvPr/>
        </p:nvCxnSpPr>
        <p:spPr>
          <a:xfrm flipH="1">
            <a:off x="7280522" y="1891395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Arc 191">
            <a:extLst>
              <a:ext uri="{FF2B5EF4-FFF2-40B4-BE49-F238E27FC236}">
                <a16:creationId xmlns:a16="http://schemas.microsoft.com/office/drawing/2014/main" id="{F76F86ED-54DA-EAEA-0819-F6AE483DC66F}"/>
              </a:ext>
            </a:extLst>
          </p:cNvPr>
          <p:cNvSpPr/>
          <p:nvPr/>
        </p:nvSpPr>
        <p:spPr>
          <a:xfrm rot="5400000">
            <a:off x="5674657" y="3427031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C287F6E2-292B-26BE-9DB7-6817C1CBC841}"/>
              </a:ext>
            </a:extLst>
          </p:cNvPr>
          <p:cNvCxnSpPr>
            <a:cxnSpLocks/>
          </p:cNvCxnSpPr>
          <p:nvPr/>
        </p:nvCxnSpPr>
        <p:spPr>
          <a:xfrm flipV="1">
            <a:off x="5855973" y="1647824"/>
            <a:ext cx="0" cy="1869934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3A2629E-831A-F094-F46A-181743536FD5}"/>
              </a:ext>
            </a:extLst>
          </p:cNvPr>
          <p:cNvCxnSpPr>
            <a:cxnSpLocks/>
          </p:cNvCxnSpPr>
          <p:nvPr/>
        </p:nvCxnSpPr>
        <p:spPr>
          <a:xfrm flipV="1">
            <a:off x="5944873" y="1647824"/>
            <a:ext cx="0" cy="18778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Arc 194">
            <a:extLst>
              <a:ext uri="{FF2B5EF4-FFF2-40B4-BE49-F238E27FC236}">
                <a16:creationId xmlns:a16="http://schemas.microsoft.com/office/drawing/2014/main" id="{13B6C861-ECC3-9B91-7F2D-04A8F9DEF365}"/>
              </a:ext>
            </a:extLst>
          </p:cNvPr>
          <p:cNvSpPr/>
          <p:nvPr/>
        </p:nvSpPr>
        <p:spPr>
          <a:xfrm rot="10800000">
            <a:off x="5944874" y="3427960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9E2FEDE2-A1E5-43D4-220E-D4A2ED486FDE}"/>
              </a:ext>
            </a:extLst>
          </p:cNvPr>
          <p:cNvCxnSpPr>
            <a:cxnSpLocks/>
          </p:cNvCxnSpPr>
          <p:nvPr/>
        </p:nvCxnSpPr>
        <p:spPr>
          <a:xfrm flipV="1">
            <a:off x="5898835" y="1538992"/>
            <a:ext cx="0" cy="3059202"/>
          </a:xfrm>
          <a:prstGeom prst="line">
            <a:avLst/>
          </a:prstGeom>
          <a:ln w="635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16F6AC1-1C13-ED1D-3C81-D0E1F29490C8}"/>
              </a:ext>
            </a:extLst>
          </p:cNvPr>
          <p:cNvCxnSpPr>
            <a:cxnSpLocks/>
          </p:cNvCxnSpPr>
          <p:nvPr/>
        </p:nvCxnSpPr>
        <p:spPr>
          <a:xfrm>
            <a:off x="5014913" y="1891395"/>
            <a:ext cx="1811337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Arc 212">
            <a:extLst>
              <a:ext uri="{FF2B5EF4-FFF2-40B4-BE49-F238E27FC236}">
                <a16:creationId xmlns:a16="http://schemas.microsoft.com/office/drawing/2014/main" id="{269437A4-B9CC-060E-9543-766388631379}"/>
              </a:ext>
            </a:extLst>
          </p:cNvPr>
          <p:cNvSpPr/>
          <p:nvPr/>
        </p:nvSpPr>
        <p:spPr>
          <a:xfrm rot="5400000">
            <a:off x="5674656" y="2554326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4" name="Arc 213">
            <a:extLst>
              <a:ext uri="{FF2B5EF4-FFF2-40B4-BE49-F238E27FC236}">
                <a16:creationId xmlns:a16="http://schemas.microsoft.com/office/drawing/2014/main" id="{B86032DC-7360-CF93-A419-D0A771F072DB}"/>
              </a:ext>
            </a:extLst>
          </p:cNvPr>
          <p:cNvSpPr/>
          <p:nvPr/>
        </p:nvSpPr>
        <p:spPr>
          <a:xfrm rot="10800000">
            <a:off x="5944873" y="2555255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5" name="Arc 214">
            <a:extLst>
              <a:ext uri="{FF2B5EF4-FFF2-40B4-BE49-F238E27FC236}">
                <a16:creationId xmlns:a16="http://schemas.microsoft.com/office/drawing/2014/main" id="{DB617609-0A0E-B707-8863-1BC8CABF5515}"/>
              </a:ext>
            </a:extLst>
          </p:cNvPr>
          <p:cNvSpPr/>
          <p:nvPr/>
        </p:nvSpPr>
        <p:spPr>
          <a:xfrm rot="5400000">
            <a:off x="5674656" y="2211434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6" name="Arc 215">
            <a:extLst>
              <a:ext uri="{FF2B5EF4-FFF2-40B4-BE49-F238E27FC236}">
                <a16:creationId xmlns:a16="http://schemas.microsoft.com/office/drawing/2014/main" id="{E81996CA-EE81-F846-6E6A-6467358275D6}"/>
              </a:ext>
            </a:extLst>
          </p:cNvPr>
          <p:cNvSpPr/>
          <p:nvPr/>
        </p:nvSpPr>
        <p:spPr>
          <a:xfrm rot="10800000">
            <a:off x="5944873" y="2212363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D8BFA430-E515-00D8-4D5C-87FC93AF19B5}"/>
              </a:ext>
            </a:extLst>
          </p:cNvPr>
          <p:cNvCxnSpPr>
            <a:cxnSpLocks/>
          </p:cNvCxnSpPr>
          <p:nvPr/>
        </p:nvCxnSpPr>
        <p:spPr>
          <a:xfrm>
            <a:off x="2862264" y="1891395"/>
            <a:ext cx="1776842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15D5B196-2A48-C6DE-833B-F933853C4A44}"/>
              </a:ext>
            </a:extLst>
          </p:cNvPr>
          <p:cNvCxnSpPr>
            <a:cxnSpLocks/>
          </p:cNvCxnSpPr>
          <p:nvPr/>
        </p:nvCxnSpPr>
        <p:spPr>
          <a:xfrm>
            <a:off x="2862264" y="3512842"/>
            <a:ext cx="1776842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324337D8-8AAE-61D8-BCBC-A8525678A870}"/>
              </a:ext>
            </a:extLst>
          </p:cNvPr>
          <p:cNvCxnSpPr>
            <a:cxnSpLocks/>
          </p:cNvCxnSpPr>
          <p:nvPr/>
        </p:nvCxnSpPr>
        <p:spPr>
          <a:xfrm>
            <a:off x="5507831" y="3609701"/>
            <a:ext cx="598836" cy="1084219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533BFBCF-DBFD-DD3A-90FF-376B52EFDEDC}"/>
              </a:ext>
            </a:extLst>
          </p:cNvPr>
          <p:cNvCxnSpPr>
            <a:cxnSpLocks/>
          </p:cNvCxnSpPr>
          <p:nvPr/>
        </p:nvCxnSpPr>
        <p:spPr>
          <a:xfrm flipH="1">
            <a:off x="5701184" y="3631406"/>
            <a:ext cx="584256" cy="1062514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ectangle: Top Corners One Rounded and One Snipped 246">
            <a:extLst>
              <a:ext uri="{FF2B5EF4-FFF2-40B4-BE49-F238E27FC236}">
                <a16:creationId xmlns:a16="http://schemas.microsoft.com/office/drawing/2014/main" id="{FF5AF6E7-9606-8D49-43BB-08640247BBE1}"/>
              </a:ext>
            </a:extLst>
          </p:cNvPr>
          <p:cNvSpPr/>
          <p:nvPr/>
        </p:nvSpPr>
        <p:spPr>
          <a:xfrm rot="10800000">
            <a:off x="6177924" y="3341987"/>
            <a:ext cx="451463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248" name="Rectangle: Top Corners One Rounded and One Snipped 247">
            <a:extLst>
              <a:ext uri="{FF2B5EF4-FFF2-40B4-BE49-F238E27FC236}">
                <a16:creationId xmlns:a16="http://schemas.microsoft.com/office/drawing/2014/main" id="{6D160774-690C-5E30-3FB2-1A7571C2E240}"/>
              </a:ext>
            </a:extLst>
          </p:cNvPr>
          <p:cNvSpPr/>
          <p:nvPr/>
        </p:nvSpPr>
        <p:spPr>
          <a:xfrm rot="10800000" flipH="1">
            <a:off x="5142257" y="3341987"/>
            <a:ext cx="451463" cy="36740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2060">
              <a:alpha val="50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6DF3EFBC-780B-64B7-BFA8-A9A77F71BFC8}"/>
              </a:ext>
            </a:extLst>
          </p:cNvPr>
          <p:cNvSpPr/>
          <p:nvPr/>
        </p:nvSpPr>
        <p:spPr>
          <a:xfrm>
            <a:off x="3469387" y="4666176"/>
            <a:ext cx="2743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76" name="Arc 275">
            <a:extLst>
              <a:ext uri="{FF2B5EF4-FFF2-40B4-BE49-F238E27FC236}">
                <a16:creationId xmlns:a16="http://schemas.microsoft.com/office/drawing/2014/main" id="{681A1CEF-F795-F76E-81EA-2507535A5424}"/>
              </a:ext>
            </a:extLst>
          </p:cNvPr>
          <p:cNvSpPr/>
          <p:nvPr/>
        </p:nvSpPr>
        <p:spPr>
          <a:xfrm rot="5400000">
            <a:off x="5674656" y="3097352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77" name="Arc 276">
            <a:extLst>
              <a:ext uri="{FF2B5EF4-FFF2-40B4-BE49-F238E27FC236}">
                <a16:creationId xmlns:a16="http://schemas.microsoft.com/office/drawing/2014/main" id="{45465F3A-770F-B31E-94D6-820526054B70}"/>
              </a:ext>
            </a:extLst>
          </p:cNvPr>
          <p:cNvSpPr/>
          <p:nvPr/>
        </p:nvSpPr>
        <p:spPr>
          <a:xfrm rot="10800000">
            <a:off x="5944873" y="3098281"/>
            <a:ext cx="184109" cy="178522"/>
          </a:xfrm>
          <a:prstGeom prst="arc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7" name="Freeform: Shape 286">
            <a:extLst>
              <a:ext uri="{FF2B5EF4-FFF2-40B4-BE49-F238E27FC236}">
                <a16:creationId xmlns:a16="http://schemas.microsoft.com/office/drawing/2014/main" id="{18022A03-1AAF-7EDD-2AD0-87B5D342BBFE}"/>
              </a:ext>
            </a:extLst>
          </p:cNvPr>
          <p:cNvSpPr/>
          <p:nvPr/>
        </p:nvSpPr>
        <p:spPr>
          <a:xfrm>
            <a:off x="7359650" y="1879600"/>
            <a:ext cx="463559" cy="2209800"/>
          </a:xfrm>
          <a:custGeom>
            <a:avLst/>
            <a:gdLst>
              <a:gd name="csX0" fmla="*/ 0 w 463559"/>
              <a:gd name="csY0" fmla="*/ 0 h 2209800"/>
              <a:gd name="csX1" fmla="*/ 44450 w 463559"/>
              <a:gd name="csY1" fmla="*/ 695325 h 2209800"/>
              <a:gd name="csX2" fmla="*/ 209550 w 463559"/>
              <a:gd name="csY2" fmla="*/ 1266825 h 2209800"/>
              <a:gd name="csX3" fmla="*/ 400050 w 463559"/>
              <a:gd name="csY3" fmla="*/ 1638300 h 2209800"/>
              <a:gd name="csX4" fmla="*/ 463550 w 463559"/>
              <a:gd name="csY4" fmla="*/ 2006600 h 2209800"/>
              <a:gd name="csX5" fmla="*/ 396875 w 463559"/>
              <a:gd name="csY5" fmla="*/ 2209800 h 2209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3559" h="2209800">
                <a:moveTo>
                  <a:pt x="0" y="0"/>
                </a:moveTo>
                <a:cubicBezTo>
                  <a:pt x="4762" y="242094"/>
                  <a:pt x="9525" y="484188"/>
                  <a:pt x="44450" y="695325"/>
                </a:cubicBezTo>
                <a:cubicBezTo>
                  <a:pt x="79375" y="906462"/>
                  <a:pt x="150283" y="1109663"/>
                  <a:pt x="209550" y="1266825"/>
                </a:cubicBezTo>
                <a:cubicBezTo>
                  <a:pt x="268817" y="1423987"/>
                  <a:pt x="357717" y="1515004"/>
                  <a:pt x="400050" y="1638300"/>
                </a:cubicBezTo>
                <a:cubicBezTo>
                  <a:pt x="442383" y="1761596"/>
                  <a:pt x="464079" y="1911350"/>
                  <a:pt x="463550" y="2006600"/>
                </a:cubicBezTo>
                <a:cubicBezTo>
                  <a:pt x="463021" y="2101850"/>
                  <a:pt x="429948" y="2155825"/>
                  <a:pt x="396875" y="2209800"/>
                </a:cubicBezTo>
              </a:path>
            </a:pathLst>
          </a:custGeom>
          <a:noFill/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/>
          </a:p>
        </p:txBody>
      </p:sp>
      <p:sp>
        <p:nvSpPr>
          <p:cNvPr id="288" name="Freeform: Shape 287">
            <a:extLst>
              <a:ext uri="{FF2B5EF4-FFF2-40B4-BE49-F238E27FC236}">
                <a16:creationId xmlns:a16="http://schemas.microsoft.com/office/drawing/2014/main" id="{C73CFD2E-AB6B-1F60-D648-40663F5F7774}"/>
              </a:ext>
            </a:extLst>
          </p:cNvPr>
          <p:cNvSpPr/>
          <p:nvPr/>
        </p:nvSpPr>
        <p:spPr>
          <a:xfrm>
            <a:off x="7432675" y="1895475"/>
            <a:ext cx="1690830" cy="2197100"/>
          </a:xfrm>
          <a:custGeom>
            <a:avLst/>
            <a:gdLst>
              <a:gd name="csX0" fmla="*/ 0 w 1690830"/>
              <a:gd name="csY0" fmla="*/ 0 h 2197100"/>
              <a:gd name="csX1" fmla="*/ 203200 w 1690830"/>
              <a:gd name="csY1" fmla="*/ 828675 h 2197100"/>
              <a:gd name="csX2" fmla="*/ 688975 w 1690830"/>
              <a:gd name="csY2" fmla="*/ 1257300 h 2197100"/>
              <a:gd name="csX3" fmla="*/ 1425575 w 1690830"/>
              <a:gd name="csY3" fmla="*/ 1568450 h 2197100"/>
              <a:gd name="csX4" fmla="*/ 1679575 w 1690830"/>
              <a:gd name="csY4" fmla="*/ 1901825 h 2197100"/>
              <a:gd name="csX5" fmla="*/ 1622425 w 1690830"/>
              <a:gd name="csY5" fmla="*/ 2197100 h 2197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90830" h="2197100">
                <a:moveTo>
                  <a:pt x="0" y="0"/>
                </a:moveTo>
                <a:cubicBezTo>
                  <a:pt x="44185" y="309562"/>
                  <a:pt x="88371" y="619125"/>
                  <a:pt x="203200" y="828675"/>
                </a:cubicBezTo>
                <a:cubicBezTo>
                  <a:pt x="318029" y="1038225"/>
                  <a:pt x="485246" y="1134004"/>
                  <a:pt x="688975" y="1257300"/>
                </a:cubicBezTo>
                <a:cubicBezTo>
                  <a:pt x="892704" y="1380596"/>
                  <a:pt x="1260475" y="1461029"/>
                  <a:pt x="1425575" y="1568450"/>
                </a:cubicBezTo>
                <a:cubicBezTo>
                  <a:pt x="1590675" y="1675871"/>
                  <a:pt x="1646767" y="1797050"/>
                  <a:pt x="1679575" y="1901825"/>
                </a:cubicBezTo>
                <a:cubicBezTo>
                  <a:pt x="1712383" y="2006600"/>
                  <a:pt x="1667404" y="2101850"/>
                  <a:pt x="1622425" y="2197100"/>
                </a:cubicBezTo>
              </a:path>
            </a:pathLst>
          </a:custGeom>
          <a:noFill/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63B6D0D8-9B50-76D4-3027-96C1A2BB3F21}"/>
              </a:ext>
            </a:extLst>
          </p:cNvPr>
          <p:cNvSpPr txBox="1"/>
          <p:nvPr/>
        </p:nvSpPr>
        <p:spPr>
          <a:xfrm>
            <a:off x="7963677" y="4215017"/>
            <a:ext cx="547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-100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6103FA38-55A1-912B-BCAB-C1AA5FF8B7E7}"/>
              </a:ext>
            </a:extLst>
          </p:cNvPr>
          <p:cNvSpPr txBox="1"/>
          <p:nvPr/>
        </p:nvSpPr>
        <p:spPr>
          <a:xfrm>
            <a:off x="8874114" y="4215017"/>
            <a:ext cx="589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-200</a:t>
            </a:r>
            <a:endParaRPr lang="da-DK" sz="1200" dirty="0">
              <a:latin typeface="Georgia" panose="02040502050405020303" pitchFamily="18" charset="0"/>
            </a:endParaRPr>
          </a:p>
        </p:txBody>
      </p: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4FA93363-C1D8-D588-A2DE-B1FAAD6FA4C2}"/>
              </a:ext>
            </a:extLst>
          </p:cNvPr>
          <p:cNvCxnSpPr>
            <a:cxnSpLocks/>
          </p:cNvCxnSpPr>
          <p:nvPr/>
        </p:nvCxnSpPr>
        <p:spPr>
          <a:xfrm flipV="1">
            <a:off x="7770813" y="1895475"/>
            <a:ext cx="0" cy="236087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5F0C71AC-29AD-A428-FA06-B784DB8BF6C4}"/>
              </a:ext>
            </a:extLst>
          </p:cNvPr>
          <p:cNvCxnSpPr>
            <a:cxnSpLocks/>
          </p:cNvCxnSpPr>
          <p:nvPr/>
        </p:nvCxnSpPr>
        <p:spPr>
          <a:xfrm flipV="1">
            <a:off x="8694738" y="1890303"/>
            <a:ext cx="0" cy="236087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65F9FEF-137A-3CD7-6217-BEFBABF576D5}"/>
              </a:ext>
            </a:extLst>
          </p:cNvPr>
          <p:cNvCxnSpPr>
            <a:cxnSpLocks/>
          </p:cNvCxnSpPr>
          <p:nvPr/>
        </p:nvCxnSpPr>
        <p:spPr>
          <a:xfrm flipV="1">
            <a:off x="9640106" y="1895066"/>
            <a:ext cx="0" cy="236087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ADE56DE7-3B92-0AC7-4016-16D3052BB2DC}"/>
              </a:ext>
            </a:extLst>
          </p:cNvPr>
          <p:cNvSpPr txBox="1"/>
          <p:nvPr/>
        </p:nvSpPr>
        <p:spPr>
          <a:xfrm>
            <a:off x="7179383" y="4227923"/>
            <a:ext cx="246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7693DC35-2160-92C6-00A3-7F19AB272FEF}"/>
              </a:ext>
            </a:extLst>
          </p:cNvPr>
          <p:cNvSpPr txBox="1"/>
          <p:nvPr/>
        </p:nvSpPr>
        <p:spPr>
          <a:xfrm>
            <a:off x="6909250" y="3896125"/>
            <a:ext cx="433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120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5362ACA2-22EB-3E0C-1ECC-29AA29C0E7BF}"/>
              </a:ext>
            </a:extLst>
          </p:cNvPr>
          <p:cNvSpPr txBox="1"/>
          <p:nvPr/>
        </p:nvSpPr>
        <p:spPr>
          <a:xfrm>
            <a:off x="6973894" y="3172488"/>
            <a:ext cx="368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80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18568F9-6944-889D-9025-26C8FA009BDC}"/>
              </a:ext>
            </a:extLst>
          </p:cNvPr>
          <p:cNvSpPr txBox="1"/>
          <p:nvPr/>
        </p:nvSpPr>
        <p:spPr>
          <a:xfrm>
            <a:off x="6976812" y="2486325"/>
            <a:ext cx="365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40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D0865BBE-6309-9E90-D6C7-2B8D749623E9}"/>
              </a:ext>
            </a:extLst>
          </p:cNvPr>
          <p:cNvSpPr txBox="1"/>
          <p:nvPr/>
        </p:nvSpPr>
        <p:spPr>
          <a:xfrm>
            <a:off x="7062625" y="1732062"/>
            <a:ext cx="222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98F68D54-ED9C-00B4-FB48-E50666E7AEE9}"/>
              </a:ext>
            </a:extLst>
          </p:cNvPr>
          <p:cNvSpPr txBox="1"/>
          <p:nvPr/>
        </p:nvSpPr>
        <p:spPr>
          <a:xfrm rot="16200000">
            <a:off x="6349171" y="1890350"/>
            <a:ext cx="1200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Distance (mm)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79D07A06-2C97-6A9C-E41D-99886390E48E}"/>
              </a:ext>
            </a:extLst>
          </p:cNvPr>
          <p:cNvSpPr txBox="1"/>
          <p:nvPr/>
        </p:nvSpPr>
        <p:spPr>
          <a:xfrm>
            <a:off x="7971900" y="4422544"/>
            <a:ext cx="22118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Suction pressure (mmHg)</a:t>
            </a:r>
            <a:endParaRPr lang="da-DK" sz="1200" dirty="0">
              <a:latin typeface="Georgia" panose="02040502050405020303" pitchFamily="18" charset="0"/>
            </a:endParaRPr>
          </a:p>
        </p:txBody>
      </p: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5C65EF39-FFFF-1AC9-F345-A1010C364B56}"/>
              </a:ext>
            </a:extLst>
          </p:cNvPr>
          <p:cNvCxnSpPr>
            <a:cxnSpLocks/>
          </p:cNvCxnSpPr>
          <p:nvPr/>
        </p:nvCxnSpPr>
        <p:spPr>
          <a:xfrm>
            <a:off x="7317576" y="2267630"/>
            <a:ext cx="2607885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3AD6998A-AC0B-0230-0455-E1855D744859}"/>
              </a:ext>
            </a:extLst>
          </p:cNvPr>
          <p:cNvCxnSpPr>
            <a:cxnSpLocks/>
          </p:cNvCxnSpPr>
          <p:nvPr/>
        </p:nvCxnSpPr>
        <p:spPr>
          <a:xfrm>
            <a:off x="7317576" y="2982867"/>
            <a:ext cx="2568353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0B8E1EEE-6585-57AF-564E-AF14AB04797F}"/>
              </a:ext>
            </a:extLst>
          </p:cNvPr>
          <p:cNvCxnSpPr>
            <a:cxnSpLocks/>
          </p:cNvCxnSpPr>
          <p:nvPr/>
        </p:nvCxnSpPr>
        <p:spPr>
          <a:xfrm>
            <a:off x="7333691" y="3687945"/>
            <a:ext cx="2568353" cy="0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TextBox 340">
            <a:extLst>
              <a:ext uri="{FF2B5EF4-FFF2-40B4-BE49-F238E27FC236}">
                <a16:creationId xmlns:a16="http://schemas.microsoft.com/office/drawing/2014/main" id="{1AB2C647-896B-C961-FF65-A4E5628DAFB4}"/>
              </a:ext>
            </a:extLst>
          </p:cNvPr>
          <p:cNvSpPr txBox="1"/>
          <p:nvPr/>
        </p:nvSpPr>
        <p:spPr>
          <a:xfrm>
            <a:off x="3255902" y="4648676"/>
            <a:ext cx="99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Cone nozzle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F1881182-DC6D-DEDB-5E91-E869A4473F37}"/>
              </a:ext>
            </a:extLst>
          </p:cNvPr>
          <p:cNvSpPr txBox="1"/>
          <p:nvPr/>
        </p:nvSpPr>
        <p:spPr>
          <a:xfrm>
            <a:off x="5365604" y="4647363"/>
            <a:ext cx="996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V-jet nozzle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E0180DBC-EA10-4ACE-1623-53687F7BE0B2}"/>
              </a:ext>
            </a:extLst>
          </p:cNvPr>
          <p:cNvSpPr txBox="1"/>
          <p:nvPr/>
        </p:nvSpPr>
        <p:spPr>
          <a:xfrm>
            <a:off x="4480059" y="2976316"/>
            <a:ext cx="649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Nozzle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8448BB11-4557-9DDC-C558-3D745379C88B}"/>
              </a:ext>
            </a:extLst>
          </p:cNvPr>
          <p:cNvSpPr txBox="1"/>
          <p:nvPr/>
        </p:nvSpPr>
        <p:spPr>
          <a:xfrm>
            <a:off x="4357462" y="2071027"/>
            <a:ext cx="864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Liquid metal exit</a:t>
            </a:r>
            <a:endParaRPr lang="da-DK" sz="1200" dirty="0">
              <a:latin typeface="Georgia" panose="02040502050405020303" pitchFamily="18" charset="0"/>
            </a:endParaRPr>
          </a:p>
        </p:txBody>
      </p:sp>
      <p:cxnSp>
        <p:nvCxnSpPr>
          <p:cNvPr id="351" name="Straight Arrow Connector 350">
            <a:extLst>
              <a:ext uri="{FF2B5EF4-FFF2-40B4-BE49-F238E27FC236}">
                <a16:creationId xmlns:a16="http://schemas.microsoft.com/office/drawing/2014/main" id="{E9108D4E-76F0-2992-9E6F-0F0F59054190}"/>
              </a:ext>
            </a:extLst>
          </p:cNvPr>
          <p:cNvCxnSpPr>
            <a:cxnSpLocks/>
            <a:stCxn id="349" idx="3"/>
          </p:cNvCxnSpPr>
          <p:nvPr/>
        </p:nvCxnSpPr>
        <p:spPr>
          <a:xfrm>
            <a:off x="5222231" y="2301860"/>
            <a:ext cx="633741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A584CF51-D843-4506-FC88-449DDF662D63}"/>
              </a:ext>
            </a:extLst>
          </p:cNvPr>
          <p:cNvGrpSpPr/>
          <p:nvPr/>
        </p:nvGrpSpPr>
        <p:grpSpPr>
          <a:xfrm>
            <a:off x="5096668" y="3126743"/>
            <a:ext cx="340657" cy="215185"/>
            <a:chOff x="5096668" y="3126743"/>
            <a:chExt cx="340657" cy="215185"/>
          </a:xfrm>
        </p:grpSpPr>
        <p:cxnSp>
          <p:nvCxnSpPr>
            <p:cNvPr id="353" name="Straight Arrow Connector 352">
              <a:extLst>
                <a:ext uri="{FF2B5EF4-FFF2-40B4-BE49-F238E27FC236}">
                  <a16:creationId xmlns:a16="http://schemas.microsoft.com/office/drawing/2014/main" id="{137A0C52-0FD9-96BE-96D9-B2E485416A10}"/>
                </a:ext>
              </a:extLst>
            </p:cNvPr>
            <p:cNvCxnSpPr>
              <a:cxnSpLocks/>
            </p:cNvCxnSpPr>
            <p:nvPr/>
          </p:nvCxnSpPr>
          <p:spPr>
            <a:xfrm>
              <a:off x="5217022" y="3126743"/>
              <a:ext cx="220303" cy="21518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Arrow Connector 355">
              <a:extLst>
                <a:ext uri="{FF2B5EF4-FFF2-40B4-BE49-F238E27FC236}">
                  <a16:creationId xmlns:a16="http://schemas.microsoft.com/office/drawing/2014/main" id="{7D1B6A3C-EEAC-B29F-22FB-354C7A6298AC}"/>
                </a:ext>
              </a:extLst>
            </p:cNvPr>
            <p:cNvCxnSpPr>
              <a:cxnSpLocks/>
            </p:cNvCxnSpPr>
            <p:nvPr/>
          </p:nvCxnSpPr>
          <p:spPr>
            <a:xfrm>
              <a:off x="5096668" y="3128208"/>
              <a:ext cx="125563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B5F6C058-EE91-282A-FFDE-DA3B5FC31C8B}"/>
              </a:ext>
            </a:extLst>
          </p:cNvPr>
          <p:cNvGrpSpPr/>
          <p:nvPr/>
        </p:nvGrpSpPr>
        <p:grpSpPr>
          <a:xfrm flipH="1">
            <a:off x="4191767" y="3127256"/>
            <a:ext cx="338328" cy="215185"/>
            <a:chOff x="5096668" y="3126743"/>
            <a:chExt cx="340657" cy="215185"/>
          </a:xfrm>
        </p:grpSpPr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9D81F8D6-40EE-399A-D854-A287F09C2C6A}"/>
                </a:ext>
              </a:extLst>
            </p:cNvPr>
            <p:cNvCxnSpPr>
              <a:cxnSpLocks/>
            </p:cNvCxnSpPr>
            <p:nvPr/>
          </p:nvCxnSpPr>
          <p:spPr>
            <a:xfrm>
              <a:off x="5217022" y="3126743"/>
              <a:ext cx="220303" cy="215185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Arrow Connector 367">
              <a:extLst>
                <a:ext uri="{FF2B5EF4-FFF2-40B4-BE49-F238E27FC236}">
                  <a16:creationId xmlns:a16="http://schemas.microsoft.com/office/drawing/2014/main" id="{66AD96A4-9C8E-D0B1-0938-16EBA8B89B2D}"/>
                </a:ext>
              </a:extLst>
            </p:cNvPr>
            <p:cNvCxnSpPr>
              <a:cxnSpLocks/>
            </p:cNvCxnSpPr>
            <p:nvPr/>
          </p:nvCxnSpPr>
          <p:spPr>
            <a:xfrm>
              <a:off x="5096668" y="3128208"/>
              <a:ext cx="125563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0F3233E2-267A-3134-C05A-79432A628BBE}"/>
              </a:ext>
            </a:extLst>
          </p:cNvPr>
          <p:cNvCxnSpPr>
            <a:cxnSpLocks/>
          </p:cNvCxnSpPr>
          <p:nvPr/>
        </p:nvCxnSpPr>
        <p:spPr>
          <a:xfrm>
            <a:off x="5370043" y="2304467"/>
            <a:ext cx="485269" cy="34041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C8B2E546-9114-0F54-EAE7-27E35674141A}"/>
              </a:ext>
            </a:extLst>
          </p:cNvPr>
          <p:cNvCxnSpPr>
            <a:cxnSpLocks/>
          </p:cNvCxnSpPr>
          <p:nvPr/>
        </p:nvCxnSpPr>
        <p:spPr>
          <a:xfrm>
            <a:off x="5365604" y="2301624"/>
            <a:ext cx="493395" cy="89188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Arrow Connector 379">
            <a:extLst>
              <a:ext uri="{FF2B5EF4-FFF2-40B4-BE49-F238E27FC236}">
                <a16:creationId xmlns:a16="http://schemas.microsoft.com/office/drawing/2014/main" id="{AED46728-F121-F2E9-C729-CB350ED1EB9F}"/>
              </a:ext>
            </a:extLst>
          </p:cNvPr>
          <p:cNvCxnSpPr>
            <a:cxnSpLocks/>
          </p:cNvCxnSpPr>
          <p:nvPr/>
        </p:nvCxnSpPr>
        <p:spPr>
          <a:xfrm>
            <a:off x="4168775" y="2301510"/>
            <a:ext cx="202570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49BF50B8-3179-6443-4BD8-A7C9D9E5519E}"/>
              </a:ext>
            </a:extLst>
          </p:cNvPr>
          <p:cNvCxnSpPr>
            <a:cxnSpLocks/>
            <a:endCxn id="171" idx="2"/>
          </p:cNvCxnSpPr>
          <p:nvPr/>
        </p:nvCxnSpPr>
        <p:spPr>
          <a:xfrm flipH="1">
            <a:off x="3799683" y="2304467"/>
            <a:ext cx="372360" cy="121275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Oval 418">
            <a:extLst>
              <a:ext uri="{FF2B5EF4-FFF2-40B4-BE49-F238E27FC236}">
                <a16:creationId xmlns:a16="http://schemas.microsoft.com/office/drawing/2014/main" id="{0EEB5D0B-1021-918A-B720-7E56CEA7797A}"/>
              </a:ext>
            </a:extLst>
          </p:cNvPr>
          <p:cNvSpPr/>
          <p:nvPr/>
        </p:nvSpPr>
        <p:spPr>
          <a:xfrm>
            <a:off x="7558946" y="3159917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BDBBAB9F-6774-C89D-6C4A-7A4EBE1A15B8}"/>
              </a:ext>
            </a:extLst>
          </p:cNvPr>
          <p:cNvSpPr/>
          <p:nvPr/>
        </p:nvSpPr>
        <p:spPr>
          <a:xfrm>
            <a:off x="7458797" y="2878729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E054C9DE-ACF2-8CB0-0087-DA0D37F30381}"/>
              </a:ext>
            </a:extLst>
          </p:cNvPr>
          <p:cNvSpPr/>
          <p:nvPr/>
        </p:nvSpPr>
        <p:spPr>
          <a:xfrm>
            <a:off x="7729197" y="3491186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4" name="Oval 423">
            <a:extLst>
              <a:ext uri="{FF2B5EF4-FFF2-40B4-BE49-F238E27FC236}">
                <a16:creationId xmlns:a16="http://schemas.microsoft.com/office/drawing/2014/main" id="{B87AB095-6CB3-AC75-FF99-2285EC96ACB9}"/>
              </a:ext>
            </a:extLst>
          </p:cNvPr>
          <p:cNvSpPr/>
          <p:nvPr/>
        </p:nvSpPr>
        <p:spPr>
          <a:xfrm>
            <a:off x="7778837" y="3681960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5" name="Oval 424">
            <a:extLst>
              <a:ext uri="{FF2B5EF4-FFF2-40B4-BE49-F238E27FC236}">
                <a16:creationId xmlns:a16="http://schemas.microsoft.com/office/drawing/2014/main" id="{EA455A35-ECE2-E980-F950-683482208A27}"/>
              </a:ext>
            </a:extLst>
          </p:cNvPr>
          <p:cNvSpPr/>
          <p:nvPr/>
        </p:nvSpPr>
        <p:spPr>
          <a:xfrm>
            <a:off x="7792615" y="3868184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6" name="Oval 425">
            <a:extLst>
              <a:ext uri="{FF2B5EF4-FFF2-40B4-BE49-F238E27FC236}">
                <a16:creationId xmlns:a16="http://schemas.microsoft.com/office/drawing/2014/main" id="{4B1E529B-E235-1B0B-0A54-9C8BEB251C69}"/>
              </a:ext>
            </a:extLst>
          </p:cNvPr>
          <p:cNvSpPr/>
          <p:nvPr/>
        </p:nvSpPr>
        <p:spPr>
          <a:xfrm>
            <a:off x="7631806" y="3300945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7" name="Oval 426">
            <a:extLst>
              <a:ext uri="{FF2B5EF4-FFF2-40B4-BE49-F238E27FC236}">
                <a16:creationId xmlns:a16="http://schemas.microsoft.com/office/drawing/2014/main" id="{A5A10292-B40F-8A18-63CF-DB96EEDDD8CA}"/>
              </a:ext>
            </a:extLst>
          </p:cNvPr>
          <p:cNvSpPr/>
          <p:nvPr/>
        </p:nvSpPr>
        <p:spPr>
          <a:xfrm>
            <a:off x="7389815" y="2614260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8" name="Oval 427">
            <a:extLst>
              <a:ext uri="{FF2B5EF4-FFF2-40B4-BE49-F238E27FC236}">
                <a16:creationId xmlns:a16="http://schemas.microsoft.com/office/drawing/2014/main" id="{C64F1B4F-79FE-B8ED-C0AC-C74B3386E35B}"/>
              </a:ext>
            </a:extLst>
          </p:cNvPr>
          <p:cNvSpPr/>
          <p:nvPr/>
        </p:nvSpPr>
        <p:spPr>
          <a:xfrm>
            <a:off x="7345070" y="2273126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9A1F9614-F55A-BDDA-BB88-4B1C45E744F4}"/>
              </a:ext>
            </a:extLst>
          </p:cNvPr>
          <p:cNvSpPr/>
          <p:nvPr/>
        </p:nvSpPr>
        <p:spPr>
          <a:xfrm>
            <a:off x="7329343" y="1863825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0" name="Isosceles Triangle 429">
            <a:extLst>
              <a:ext uri="{FF2B5EF4-FFF2-40B4-BE49-F238E27FC236}">
                <a16:creationId xmlns:a16="http://schemas.microsoft.com/office/drawing/2014/main" id="{76502E71-7AA1-E74F-18A8-7019CE4AE706}"/>
              </a:ext>
            </a:extLst>
          </p:cNvPr>
          <p:cNvSpPr/>
          <p:nvPr/>
        </p:nvSpPr>
        <p:spPr>
          <a:xfrm>
            <a:off x="7409815" y="1859312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4" name="Isosceles Triangle 433">
            <a:extLst>
              <a:ext uri="{FF2B5EF4-FFF2-40B4-BE49-F238E27FC236}">
                <a16:creationId xmlns:a16="http://schemas.microsoft.com/office/drawing/2014/main" id="{D3F97616-7DDF-A5A0-1CB4-9B2A9A1FB268}"/>
              </a:ext>
            </a:extLst>
          </p:cNvPr>
          <p:cNvSpPr/>
          <p:nvPr/>
        </p:nvSpPr>
        <p:spPr>
          <a:xfrm>
            <a:off x="7468674" y="2263939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5" name="Isosceles Triangle 434">
            <a:extLst>
              <a:ext uri="{FF2B5EF4-FFF2-40B4-BE49-F238E27FC236}">
                <a16:creationId xmlns:a16="http://schemas.microsoft.com/office/drawing/2014/main" id="{BA57DFEA-EE0D-9699-9021-1A992425C874}"/>
              </a:ext>
            </a:extLst>
          </p:cNvPr>
          <p:cNvSpPr/>
          <p:nvPr/>
        </p:nvSpPr>
        <p:spPr>
          <a:xfrm>
            <a:off x="7564525" y="2604467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6" name="Isosceles Triangle 435">
            <a:extLst>
              <a:ext uri="{FF2B5EF4-FFF2-40B4-BE49-F238E27FC236}">
                <a16:creationId xmlns:a16="http://schemas.microsoft.com/office/drawing/2014/main" id="{73DDFC7E-A4A4-CC26-0A39-E4935D1916DA}"/>
              </a:ext>
            </a:extLst>
          </p:cNvPr>
          <p:cNvSpPr/>
          <p:nvPr/>
        </p:nvSpPr>
        <p:spPr>
          <a:xfrm>
            <a:off x="7743699" y="2869224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7" name="Isosceles Triangle 436">
            <a:extLst>
              <a:ext uri="{FF2B5EF4-FFF2-40B4-BE49-F238E27FC236}">
                <a16:creationId xmlns:a16="http://schemas.microsoft.com/office/drawing/2014/main" id="{0E000E4F-486E-BDF1-DD93-B28E2D7CFBDC}"/>
              </a:ext>
            </a:extLst>
          </p:cNvPr>
          <p:cNvSpPr/>
          <p:nvPr/>
        </p:nvSpPr>
        <p:spPr>
          <a:xfrm>
            <a:off x="8153199" y="3150023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8" name="Isosceles Triangle 437">
            <a:extLst>
              <a:ext uri="{FF2B5EF4-FFF2-40B4-BE49-F238E27FC236}">
                <a16:creationId xmlns:a16="http://schemas.microsoft.com/office/drawing/2014/main" id="{C866B8A7-CEAC-315A-3C07-D4073E666F06}"/>
              </a:ext>
            </a:extLst>
          </p:cNvPr>
          <p:cNvSpPr/>
          <p:nvPr/>
        </p:nvSpPr>
        <p:spPr>
          <a:xfrm>
            <a:off x="8522838" y="3291885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9" name="Isosceles Triangle 438">
            <a:extLst>
              <a:ext uri="{FF2B5EF4-FFF2-40B4-BE49-F238E27FC236}">
                <a16:creationId xmlns:a16="http://schemas.microsoft.com/office/drawing/2014/main" id="{F98E9987-F055-55A5-9085-472580D5986D}"/>
              </a:ext>
            </a:extLst>
          </p:cNvPr>
          <p:cNvSpPr/>
          <p:nvPr/>
        </p:nvSpPr>
        <p:spPr>
          <a:xfrm>
            <a:off x="8901847" y="3482160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0" name="Isosceles Triangle 439">
            <a:extLst>
              <a:ext uri="{FF2B5EF4-FFF2-40B4-BE49-F238E27FC236}">
                <a16:creationId xmlns:a16="http://schemas.microsoft.com/office/drawing/2014/main" id="{BA8DCA9D-68C0-A32A-E940-E10819267417}"/>
              </a:ext>
            </a:extLst>
          </p:cNvPr>
          <p:cNvSpPr/>
          <p:nvPr/>
        </p:nvSpPr>
        <p:spPr>
          <a:xfrm>
            <a:off x="9048620" y="3672643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1" name="Isosceles Triangle 440">
            <a:extLst>
              <a:ext uri="{FF2B5EF4-FFF2-40B4-BE49-F238E27FC236}">
                <a16:creationId xmlns:a16="http://schemas.microsoft.com/office/drawing/2014/main" id="{F03C386C-B1B7-1442-12FB-BB8EEF646D81}"/>
              </a:ext>
            </a:extLst>
          </p:cNvPr>
          <p:cNvSpPr/>
          <p:nvPr/>
        </p:nvSpPr>
        <p:spPr>
          <a:xfrm>
            <a:off x="9090731" y="3854553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2" name="Isosceles Triangle 441">
            <a:extLst>
              <a:ext uri="{FF2B5EF4-FFF2-40B4-BE49-F238E27FC236}">
                <a16:creationId xmlns:a16="http://schemas.microsoft.com/office/drawing/2014/main" id="{60292BA6-A979-FEAB-DCB2-9CEFA95C9655}"/>
              </a:ext>
            </a:extLst>
          </p:cNvPr>
          <p:cNvSpPr/>
          <p:nvPr/>
        </p:nvSpPr>
        <p:spPr>
          <a:xfrm>
            <a:off x="9043591" y="4014159"/>
            <a:ext cx="54864" cy="54864"/>
          </a:xfrm>
          <a:prstGeom prst="triangl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472507EA-A00C-4DDD-1E00-E3A5BEC5541F}"/>
              </a:ext>
            </a:extLst>
          </p:cNvPr>
          <p:cNvSpPr/>
          <p:nvPr/>
        </p:nvSpPr>
        <p:spPr>
          <a:xfrm>
            <a:off x="7749425" y="4022475"/>
            <a:ext cx="54864" cy="54864"/>
          </a:xfrm>
          <a:prstGeom prst="ellipse">
            <a:avLst/>
          </a:prstGeom>
          <a:noFill/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91DA5ADF-691D-ECB6-BD72-19D2EE66A894}"/>
              </a:ext>
            </a:extLst>
          </p:cNvPr>
          <p:cNvSpPr txBox="1"/>
          <p:nvPr/>
        </p:nvSpPr>
        <p:spPr>
          <a:xfrm>
            <a:off x="8442479" y="4215017"/>
            <a:ext cx="547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-150</a:t>
            </a:r>
            <a:endParaRPr lang="da-DK" sz="1200" dirty="0">
              <a:latin typeface="Georgia" panose="02040502050405020303" pitchFamily="18" charset="0"/>
            </a:endParaRPr>
          </a:p>
        </p:txBody>
      </p: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12D77E51-434B-4DBD-7C97-D14B93082083}"/>
              </a:ext>
            </a:extLst>
          </p:cNvPr>
          <p:cNvCxnSpPr/>
          <p:nvPr/>
        </p:nvCxnSpPr>
        <p:spPr>
          <a:xfrm>
            <a:off x="8698316" y="4207140"/>
            <a:ext cx="0" cy="85725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FE6D9588-899C-C0CD-2D71-B18B117CF14F}"/>
              </a:ext>
            </a:extLst>
          </p:cNvPr>
          <p:cNvCxnSpPr/>
          <p:nvPr/>
        </p:nvCxnSpPr>
        <p:spPr>
          <a:xfrm>
            <a:off x="7772795" y="4207140"/>
            <a:ext cx="0" cy="85725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96F8165B-4D4A-50AC-9223-A1AA9B5DFE5A}"/>
              </a:ext>
            </a:extLst>
          </p:cNvPr>
          <p:cNvCxnSpPr/>
          <p:nvPr/>
        </p:nvCxnSpPr>
        <p:spPr>
          <a:xfrm>
            <a:off x="9638910" y="4207140"/>
            <a:ext cx="0" cy="85725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>
            <a:extLst>
              <a:ext uri="{FF2B5EF4-FFF2-40B4-BE49-F238E27FC236}">
                <a16:creationId xmlns:a16="http://schemas.microsoft.com/office/drawing/2014/main" id="{4F2DEEDE-B7A9-62B4-65EE-1C963900AEA6}"/>
              </a:ext>
            </a:extLst>
          </p:cNvPr>
          <p:cNvSpPr txBox="1"/>
          <p:nvPr/>
        </p:nvSpPr>
        <p:spPr>
          <a:xfrm>
            <a:off x="7547768" y="4215017"/>
            <a:ext cx="415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-50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E0BB8199-1AFA-6B9B-96CC-E54A1D4C958F}"/>
              </a:ext>
            </a:extLst>
          </p:cNvPr>
          <p:cNvSpPr txBox="1"/>
          <p:nvPr/>
        </p:nvSpPr>
        <p:spPr>
          <a:xfrm>
            <a:off x="9345509" y="4215017"/>
            <a:ext cx="511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-250</a:t>
            </a:r>
            <a:endParaRPr lang="da-DK" sz="1200" dirty="0">
              <a:latin typeface="Georgia" panose="02040502050405020303" pitchFamily="18" charset="0"/>
            </a:endParaRPr>
          </a:p>
        </p:txBody>
      </p: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64056A3B-9BEB-79D8-4794-E8CD5030F626}"/>
              </a:ext>
            </a:extLst>
          </p:cNvPr>
          <p:cNvGrpSpPr/>
          <p:nvPr/>
        </p:nvGrpSpPr>
        <p:grpSpPr>
          <a:xfrm>
            <a:off x="8476879" y="1952062"/>
            <a:ext cx="1628103" cy="781715"/>
            <a:chOff x="8476879" y="1952062"/>
            <a:chExt cx="1628103" cy="781715"/>
          </a:xfrm>
        </p:grpSpPr>
        <p:sp>
          <p:nvSpPr>
            <p:cNvPr id="389" name="Rectangle: Rounded Corners 388">
              <a:extLst>
                <a:ext uri="{FF2B5EF4-FFF2-40B4-BE49-F238E27FC236}">
                  <a16:creationId xmlns:a16="http://schemas.microsoft.com/office/drawing/2014/main" id="{194B2B9D-5FDA-73A8-480A-0976793D5871}"/>
                </a:ext>
              </a:extLst>
            </p:cNvPr>
            <p:cNvSpPr/>
            <p:nvPr/>
          </p:nvSpPr>
          <p:spPr>
            <a:xfrm>
              <a:off x="8476879" y="1952062"/>
              <a:ext cx="1473017" cy="78171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s</a:t>
              </a:r>
              <a:endParaRPr lang="da-DK" dirty="0"/>
            </a:p>
          </p:txBody>
        </p: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53DDFDD9-6008-9BB3-0EE3-4FDDE5608E03}"/>
                </a:ext>
              </a:extLst>
            </p:cNvPr>
            <p:cNvGrpSpPr/>
            <p:nvPr/>
          </p:nvGrpSpPr>
          <p:grpSpPr>
            <a:xfrm>
              <a:off x="8511259" y="2077216"/>
              <a:ext cx="249391" cy="74436"/>
              <a:chOff x="8871733" y="2071027"/>
              <a:chExt cx="249391" cy="74436"/>
            </a:xfrm>
          </p:grpSpPr>
          <p:grpSp>
            <p:nvGrpSpPr>
              <p:cNvPr id="386" name="Group 385">
                <a:extLst>
                  <a:ext uri="{FF2B5EF4-FFF2-40B4-BE49-F238E27FC236}">
                    <a16:creationId xmlns:a16="http://schemas.microsoft.com/office/drawing/2014/main" id="{E6203ECA-9FCB-9BBA-12BD-1C73EC69C3D8}"/>
                  </a:ext>
                </a:extLst>
              </p:cNvPr>
              <p:cNvGrpSpPr/>
              <p:nvPr/>
            </p:nvGrpSpPr>
            <p:grpSpPr>
              <a:xfrm>
                <a:off x="8996428" y="2071027"/>
                <a:ext cx="0" cy="74436"/>
                <a:chOff x="1243012" y="2009775"/>
                <a:chExt cx="0" cy="376238"/>
              </a:xfrm>
            </p:grpSpPr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27614ED4-02A2-58F4-AB18-AB01E0C2B9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3012" y="2009775"/>
                  <a:ext cx="0" cy="376238"/>
                </a:xfrm>
                <a:prstGeom prst="line">
                  <a:avLst/>
                </a:prstGeom>
                <a:ln w="6350">
                  <a:solidFill>
                    <a:srgbClr val="4C216D"/>
                  </a:solidFill>
                </a:ln>
                <a:scene3d>
                  <a:camera prst="orthographicFront">
                    <a:rot lat="0" lon="0" rev="2700000"/>
                  </a:camera>
                  <a:lightRig rig="threePt" dir="t"/>
                </a:scene3d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0C088F27-548D-9DD7-AC8F-AE6197005F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3012" y="2009775"/>
                  <a:ext cx="0" cy="376238"/>
                </a:xfrm>
                <a:prstGeom prst="line">
                  <a:avLst/>
                </a:prstGeom>
                <a:ln w="6350">
                  <a:solidFill>
                    <a:srgbClr val="4C216D"/>
                  </a:solidFill>
                </a:ln>
                <a:scene3d>
                  <a:camera prst="orthographicFront">
                    <a:rot lat="0" lon="0" rev="18900000"/>
                  </a:camera>
                  <a:lightRig rig="threePt" dir="t"/>
                </a:scene3d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02276F18-D7DD-50E3-36FC-CC3EDEDDA2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71733" y="2108245"/>
                <a:ext cx="249391" cy="0"/>
              </a:xfrm>
              <a:prstGeom prst="line">
                <a:avLst/>
              </a:prstGeom>
              <a:noFill/>
              <a:ln w="9525">
                <a:solidFill>
                  <a:srgbClr val="4C216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60173BC8-BAFC-45B0-E408-7202F5854BC9}"/>
                </a:ext>
              </a:extLst>
            </p:cNvPr>
            <p:cNvSpPr txBox="1"/>
            <p:nvPr/>
          </p:nvSpPr>
          <p:spPr>
            <a:xfrm>
              <a:off x="8769746" y="1955269"/>
              <a:ext cx="13352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eorgia" panose="02040502050405020303" pitchFamily="18" charset="0"/>
                </a:rPr>
                <a:t>70 MPa – Cone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A722C57C-6E49-6C0C-4957-98CEA35E1F62}"/>
                </a:ext>
              </a:extLst>
            </p:cNvPr>
            <p:cNvSpPr txBox="1"/>
            <p:nvPr/>
          </p:nvSpPr>
          <p:spPr>
            <a:xfrm>
              <a:off x="8797099" y="2116630"/>
              <a:ext cx="1213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eorgia" panose="02040502050405020303" pitchFamily="18" charset="0"/>
                </a:rPr>
                <a:t>15 MPa – V-jet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33939B34-B169-E9B2-71F3-061A35CA5BF9}"/>
                </a:ext>
              </a:extLst>
            </p:cNvPr>
            <p:cNvSpPr txBox="1"/>
            <p:nvPr/>
          </p:nvSpPr>
          <p:spPr>
            <a:xfrm>
              <a:off x="8768521" y="2278090"/>
              <a:ext cx="1213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eorgia" panose="02040502050405020303" pitchFamily="18" charset="0"/>
                </a:rPr>
                <a:t>50 MPa – V-jet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2EAD509E-A2F1-505B-004E-BA0E4BAE6576}"/>
                </a:ext>
              </a:extLst>
            </p:cNvPr>
            <p:cNvSpPr txBox="1"/>
            <p:nvPr/>
          </p:nvSpPr>
          <p:spPr>
            <a:xfrm>
              <a:off x="8774937" y="2432094"/>
              <a:ext cx="1213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eorgia" panose="02040502050405020303" pitchFamily="18" charset="0"/>
                </a:rPr>
                <a:t>70 MPa – V-jet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3EC95B47-0194-A2E2-9654-3E58F59DBB7C}"/>
                </a:ext>
              </a:extLst>
            </p:cNvPr>
            <p:cNvGrpSpPr/>
            <p:nvPr/>
          </p:nvGrpSpPr>
          <p:grpSpPr>
            <a:xfrm>
              <a:off x="8514328" y="2545748"/>
              <a:ext cx="249391" cy="74436"/>
              <a:chOff x="8871733" y="2071027"/>
              <a:chExt cx="249391" cy="74436"/>
            </a:xfrm>
          </p:grpSpPr>
          <p:grpSp>
            <p:nvGrpSpPr>
              <p:cNvPr id="398" name="Group 397">
                <a:extLst>
                  <a:ext uri="{FF2B5EF4-FFF2-40B4-BE49-F238E27FC236}">
                    <a16:creationId xmlns:a16="http://schemas.microsoft.com/office/drawing/2014/main" id="{E989EA98-A144-B792-80A5-E76DC7F70AD0}"/>
                  </a:ext>
                </a:extLst>
              </p:cNvPr>
              <p:cNvGrpSpPr/>
              <p:nvPr/>
            </p:nvGrpSpPr>
            <p:grpSpPr>
              <a:xfrm>
                <a:off x="8996428" y="2071027"/>
                <a:ext cx="0" cy="74436"/>
                <a:chOff x="1243012" y="2009775"/>
                <a:chExt cx="0" cy="376238"/>
              </a:xfrm>
            </p:grpSpPr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13C0A2C7-E01A-DC91-E9FE-CDE62F7406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3012" y="2009775"/>
                  <a:ext cx="0" cy="376238"/>
                </a:xfrm>
                <a:prstGeom prst="line">
                  <a:avLst/>
                </a:prstGeom>
                <a:ln w="6350">
                  <a:solidFill>
                    <a:schemeClr val="accent4">
                      <a:lumMod val="75000"/>
                    </a:schemeClr>
                  </a:solidFill>
                </a:ln>
                <a:scene3d>
                  <a:camera prst="orthographicFront">
                    <a:rot lat="0" lon="0" rev="2700000"/>
                  </a:camera>
                  <a:lightRig rig="threePt" dir="t"/>
                </a:scene3d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C953DF00-91B9-D464-E039-33750F0C44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3012" y="2009775"/>
                  <a:ext cx="0" cy="376238"/>
                </a:xfrm>
                <a:prstGeom prst="line">
                  <a:avLst/>
                </a:prstGeom>
                <a:ln w="6350">
                  <a:solidFill>
                    <a:schemeClr val="accent4">
                      <a:lumMod val="75000"/>
                    </a:schemeClr>
                  </a:solidFill>
                </a:ln>
                <a:scene3d>
                  <a:camera prst="orthographicFront">
                    <a:rot lat="0" lon="0" rev="18900000"/>
                  </a:camera>
                  <a:lightRig rig="threePt" dir="t"/>
                </a:scene3d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FD396EAB-D616-4074-1FFD-D3EC8348E9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71733" y="2108245"/>
                <a:ext cx="249391" cy="0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8979608-C047-5648-0C4F-735899399590}"/>
                </a:ext>
              </a:extLst>
            </p:cNvPr>
            <p:cNvCxnSpPr>
              <a:cxnSpLocks/>
            </p:cNvCxnSpPr>
            <p:nvPr/>
          </p:nvCxnSpPr>
          <p:spPr>
            <a:xfrm>
              <a:off x="8511259" y="2437861"/>
              <a:ext cx="249391" cy="0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91FBDFF2-5BC9-42A2-17CE-3CED42DE877B}"/>
                </a:ext>
              </a:extLst>
            </p:cNvPr>
            <p:cNvCxnSpPr>
              <a:cxnSpLocks/>
            </p:cNvCxnSpPr>
            <p:nvPr/>
          </p:nvCxnSpPr>
          <p:spPr>
            <a:xfrm>
              <a:off x="8514328" y="2279461"/>
              <a:ext cx="249391" cy="0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C0BF4553-3EEA-C10E-7C8E-5C6DCF26CAEC}"/>
                </a:ext>
              </a:extLst>
            </p:cNvPr>
            <p:cNvSpPr/>
            <p:nvPr/>
          </p:nvSpPr>
          <p:spPr>
            <a:xfrm>
              <a:off x="8606719" y="2250604"/>
              <a:ext cx="54864" cy="54864"/>
            </a:xfrm>
            <a:prstGeom prst="ellipse">
              <a:avLst/>
            </a:prstGeom>
            <a:noFill/>
            <a:ln w="63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45" name="Isosceles Triangle 444">
              <a:extLst>
                <a:ext uri="{FF2B5EF4-FFF2-40B4-BE49-F238E27FC236}">
                  <a16:creationId xmlns:a16="http://schemas.microsoft.com/office/drawing/2014/main" id="{527D151E-FF4F-36D3-25F1-3114B3022696}"/>
                </a:ext>
              </a:extLst>
            </p:cNvPr>
            <p:cNvSpPr/>
            <p:nvPr/>
          </p:nvSpPr>
          <p:spPr>
            <a:xfrm>
              <a:off x="8609100" y="2399471"/>
              <a:ext cx="54864" cy="54864"/>
            </a:xfrm>
            <a:prstGeom prst="triangle">
              <a:avLst/>
            </a:prstGeom>
            <a:noFill/>
            <a:ln w="63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FD1382C1-F417-9639-4E86-7CA48E91EF8B}"/>
              </a:ext>
            </a:extLst>
          </p:cNvPr>
          <p:cNvCxnSpPr>
            <a:cxnSpLocks/>
          </p:cNvCxnSpPr>
          <p:nvPr/>
        </p:nvCxnSpPr>
        <p:spPr>
          <a:xfrm flipH="1">
            <a:off x="7266775" y="3689142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5EF19D1F-2096-A5B5-06B4-E1794BC86953}"/>
              </a:ext>
            </a:extLst>
          </p:cNvPr>
          <p:cNvCxnSpPr>
            <a:cxnSpLocks/>
          </p:cNvCxnSpPr>
          <p:nvPr/>
        </p:nvCxnSpPr>
        <p:spPr>
          <a:xfrm flipH="1">
            <a:off x="7269151" y="2984296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5CD5A9EB-DB8C-8DD6-A3B1-250E3FE77F0F}"/>
              </a:ext>
            </a:extLst>
          </p:cNvPr>
          <p:cNvCxnSpPr>
            <a:cxnSpLocks/>
          </p:cNvCxnSpPr>
          <p:nvPr/>
        </p:nvCxnSpPr>
        <p:spPr>
          <a:xfrm flipH="1">
            <a:off x="7266904" y="2265804"/>
            <a:ext cx="82296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TextBox 461">
            <a:extLst>
              <a:ext uri="{FF2B5EF4-FFF2-40B4-BE49-F238E27FC236}">
                <a16:creationId xmlns:a16="http://schemas.microsoft.com/office/drawing/2014/main" id="{2E3704AE-0CAA-B161-B5D5-3ACF2F1E154D}"/>
              </a:ext>
            </a:extLst>
          </p:cNvPr>
          <p:cNvSpPr txBox="1"/>
          <p:nvPr/>
        </p:nvSpPr>
        <p:spPr>
          <a:xfrm>
            <a:off x="6898930" y="3542654"/>
            <a:ext cx="443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100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F3ACDA23-D41E-EA76-0382-6254DF8D54F1}"/>
              </a:ext>
            </a:extLst>
          </p:cNvPr>
          <p:cNvSpPr txBox="1"/>
          <p:nvPr/>
        </p:nvSpPr>
        <p:spPr>
          <a:xfrm>
            <a:off x="6973894" y="2831314"/>
            <a:ext cx="368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60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45F2AD8E-5834-67AB-EA15-565D7E5677DE}"/>
              </a:ext>
            </a:extLst>
          </p:cNvPr>
          <p:cNvSpPr txBox="1"/>
          <p:nvPr/>
        </p:nvSpPr>
        <p:spPr>
          <a:xfrm>
            <a:off x="6976003" y="2113886"/>
            <a:ext cx="366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20</a:t>
            </a:r>
            <a:endParaRPr lang="da-DK" sz="1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43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ylinder 30">
            <a:extLst>
              <a:ext uri="{FF2B5EF4-FFF2-40B4-BE49-F238E27FC236}">
                <a16:creationId xmlns:a16="http://schemas.microsoft.com/office/drawing/2014/main" id="{164EBD89-441A-0557-3528-044C93384515}"/>
              </a:ext>
            </a:extLst>
          </p:cNvPr>
          <p:cNvSpPr/>
          <p:nvPr/>
        </p:nvSpPr>
        <p:spPr>
          <a:xfrm>
            <a:off x="4057991" y="852489"/>
            <a:ext cx="165100" cy="1176335"/>
          </a:xfrm>
          <a:prstGeom prst="can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FF0000">
                  <a:alpha val="60000"/>
                </a:srgb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57D933F-C576-5C96-C42A-EFA4244F556B}"/>
              </a:ext>
            </a:extLst>
          </p:cNvPr>
          <p:cNvSpPr/>
          <p:nvPr/>
        </p:nvSpPr>
        <p:spPr>
          <a:xfrm flipH="1">
            <a:off x="4121087" y="1273696"/>
            <a:ext cx="1080882" cy="1371080"/>
          </a:xfrm>
          <a:custGeom>
            <a:avLst/>
            <a:gdLst>
              <a:gd name="csX0" fmla="*/ 284215 w 1080882"/>
              <a:gd name="csY0" fmla="*/ 0 h 1371080"/>
              <a:gd name="csX1" fmla="*/ 0 w 1080882"/>
              <a:gd name="csY1" fmla="*/ 0 h 1371080"/>
              <a:gd name="csX2" fmla="*/ 0 w 1080882"/>
              <a:gd name="csY2" fmla="*/ 882650 h 1371080"/>
              <a:gd name="csX3" fmla="*/ 215528 w 1080882"/>
              <a:gd name="csY3" fmla="*/ 882650 h 1371080"/>
              <a:gd name="csX4" fmla="*/ 215528 w 1080882"/>
              <a:gd name="csY4" fmla="*/ 918567 h 1371080"/>
              <a:gd name="csX5" fmla="*/ 328433 w 1080882"/>
              <a:gd name="csY5" fmla="*/ 918567 h 1371080"/>
              <a:gd name="csX6" fmla="*/ 328433 w 1080882"/>
              <a:gd name="csY6" fmla="*/ 1041400 h 1371080"/>
              <a:gd name="csX7" fmla="*/ 569604 w 1080882"/>
              <a:gd name="csY7" fmla="*/ 1041400 h 1371080"/>
              <a:gd name="csX8" fmla="*/ 830130 w 1080882"/>
              <a:gd name="csY8" fmla="*/ 1371080 h 1371080"/>
              <a:gd name="csX9" fmla="*/ 966449 w 1080882"/>
              <a:gd name="csY9" fmla="*/ 1371080 h 1371080"/>
              <a:gd name="csX10" fmla="*/ 612648 w 1080882"/>
              <a:gd name="csY10" fmla="*/ 983903 h 1371080"/>
              <a:gd name="csX11" fmla="*/ 612648 w 1080882"/>
              <a:gd name="csY11" fmla="*/ 449781 h 1371080"/>
              <a:gd name="csX12" fmla="*/ 1017639 w 1080882"/>
              <a:gd name="csY12" fmla="*/ 809457 h 1371080"/>
              <a:gd name="csX13" fmla="*/ 1080882 w 1080882"/>
              <a:gd name="csY13" fmla="*/ 733442 h 1371080"/>
              <a:gd name="csX14" fmla="*/ 612648 w 1080882"/>
              <a:gd name="csY14" fmla="*/ 368791 h 1371080"/>
              <a:gd name="csX15" fmla="*/ 612648 w 1080882"/>
              <a:gd name="csY15" fmla="*/ 230585 h 1371080"/>
              <a:gd name="csX16" fmla="*/ 499743 w 1080882"/>
              <a:gd name="csY16" fmla="*/ 230585 h 1371080"/>
              <a:gd name="csX17" fmla="*/ 499743 w 1080882"/>
              <a:gd name="csY17" fmla="*/ 107752 h 1371080"/>
              <a:gd name="csX18" fmla="*/ 413004 w 1080882"/>
              <a:gd name="csY18" fmla="*/ 107752 h 1371080"/>
              <a:gd name="csX19" fmla="*/ 413004 w 1080882"/>
              <a:gd name="csY19" fmla="*/ 35917 h 1371080"/>
              <a:gd name="csX20" fmla="*/ 284215 w 1080882"/>
              <a:gd name="csY20" fmla="*/ 35917 h 1371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080882" h="1371080">
                <a:moveTo>
                  <a:pt x="284215" y="0"/>
                </a:moveTo>
                <a:lnTo>
                  <a:pt x="0" y="0"/>
                </a:lnTo>
                <a:lnTo>
                  <a:pt x="0" y="882650"/>
                </a:lnTo>
                <a:lnTo>
                  <a:pt x="215528" y="882650"/>
                </a:lnTo>
                <a:lnTo>
                  <a:pt x="215528" y="918567"/>
                </a:lnTo>
                <a:lnTo>
                  <a:pt x="328433" y="918567"/>
                </a:lnTo>
                <a:lnTo>
                  <a:pt x="328433" y="1041400"/>
                </a:lnTo>
                <a:lnTo>
                  <a:pt x="569604" y="1041400"/>
                </a:lnTo>
                <a:lnTo>
                  <a:pt x="830130" y="1371080"/>
                </a:lnTo>
                <a:lnTo>
                  <a:pt x="966449" y="1371080"/>
                </a:lnTo>
                <a:lnTo>
                  <a:pt x="612648" y="983903"/>
                </a:lnTo>
                <a:lnTo>
                  <a:pt x="612648" y="449781"/>
                </a:lnTo>
                <a:lnTo>
                  <a:pt x="1017639" y="809457"/>
                </a:lnTo>
                <a:lnTo>
                  <a:pt x="1080882" y="733442"/>
                </a:lnTo>
                <a:lnTo>
                  <a:pt x="612648" y="368791"/>
                </a:lnTo>
                <a:lnTo>
                  <a:pt x="612648" y="230585"/>
                </a:lnTo>
                <a:lnTo>
                  <a:pt x="499743" y="230585"/>
                </a:lnTo>
                <a:lnTo>
                  <a:pt x="499743" y="107752"/>
                </a:lnTo>
                <a:lnTo>
                  <a:pt x="413004" y="107752"/>
                </a:lnTo>
                <a:lnTo>
                  <a:pt x="413004" y="35917"/>
                </a:lnTo>
                <a:lnTo>
                  <a:pt x="284215" y="35917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0EB10840-0D12-119C-B44C-C31B0B89F12D}"/>
              </a:ext>
            </a:extLst>
          </p:cNvPr>
          <p:cNvSpPr/>
          <p:nvPr/>
        </p:nvSpPr>
        <p:spPr>
          <a:xfrm>
            <a:off x="3080425" y="1279526"/>
            <a:ext cx="1089553" cy="1365251"/>
          </a:xfrm>
          <a:custGeom>
            <a:avLst/>
            <a:gdLst>
              <a:gd name="csX0" fmla="*/ 0 w 1089553"/>
              <a:gd name="csY0" fmla="*/ 0 h 1365251"/>
              <a:gd name="csX1" fmla="*/ 283289 w 1089553"/>
              <a:gd name="csY1" fmla="*/ 0 h 1365251"/>
              <a:gd name="csX2" fmla="*/ 283289 w 1089553"/>
              <a:gd name="csY2" fmla="*/ 35917 h 1365251"/>
              <a:gd name="csX3" fmla="*/ 411659 w 1089553"/>
              <a:gd name="csY3" fmla="*/ 35917 h 1365251"/>
              <a:gd name="csX4" fmla="*/ 411659 w 1089553"/>
              <a:gd name="csY4" fmla="*/ 107752 h 1365251"/>
              <a:gd name="csX5" fmla="*/ 498116 w 1089553"/>
              <a:gd name="csY5" fmla="*/ 107752 h 1365251"/>
              <a:gd name="csX6" fmla="*/ 498116 w 1089553"/>
              <a:gd name="csY6" fmla="*/ 230585 h 1365251"/>
              <a:gd name="csX7" fmla="*/ 610653 w 1089553"/>
              <a:gd name="csY7" fmla="*/ 230585 h 1365251"/>
              <a:gd name="csX8" fmla="*/ 610653 w 1089553"/>
              <a:gd name="csY8" fmla="*/ 364659 h 1365251"/>
              <a:gd name="csX9" fmla="*/ 1089553 w 1089553"/>
              <a:gd name="csY9" fmla="*/ 724476 h 1365251"/>
              <a:gd name="csX10" fmla="*/ 1027586 w 1089553"/>
              <a:gd name="csY10" fmla="*/ 801534 h 1365251"/>
              <a:gd name="csX11" fmla="*/ 610653 w 1089553"/>
              <a:gd name="csY11" fmla="*/ 443030 h 1365251"/>
              <a:gd name="csX12" fmla="*/ 610653 w 1089553"/>
              <a:gd name="csY12" fmla="*/ 977127 h 1365251"/>
              <a:gd name="csX13" fmla="*/ 971285 w 1089553"/>
              <a:gd name="csY13" fmla="*/ 1365251 h 1365251"/>
              <a:gd name="csX14" fmla="*/ 834370 w 1089553"/>
              <a:gd name="csY14" fmla="*/ 1365251 h 1365251"/>
              <a:gd name="csX15" fmla="*/ 574048 w 1089553"/>
              <a:gd name="csY15" fmla="*/ 1041400 h 1365251"/>
              <a:gd name="csX16" fmla="*/ 327364 w 1089553"/>
              <a:gd name="csY16" fmla="*/ 1041400 h 1365251"/>
              <a:gd name="csX17" fmla="*/ 327364 w 1089553"/>
              <a:gd name="csY17" fmla="*/ 918567 h 1365251"/>
              <a:gd name="csX18" fmla="*/ 214827 w 1089553"/>
              <a:gd name="csY18" fmla="*/ 918567 h 1365251"/>
              <a:gd name="csX19" fmla="*/ 214827 w 1089553"/>
              <a:gd name="csY19" fmla="*/ 882650 h 1365251"/>
              <a:gd name="csX20" fmla="*/ 0 w 1089553"/>
              <a:gd name="csY20" fmla="*/ 882650 h 1365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089553" h="1365251">
                <a:moveTo>
                  <a:pt x="0" y="0"/>
                </a:moveTo>
                <a:lnTo>
                  <a:pt x="283289" y="0"/>
                </a:lnTo>
                <a:lnTo>
                  <a:pt x="283289" y="35917"/>
                </a:lnTo>
                <a:lnTo>
                  <a:pt x="411659" y="35917"/>
                </a:lnTo>
                <a:lnTo>
                  <a:pt x="411659" y="107752"/>
                </a:lnTo>
                <a:lnTo>
                  <a:pt x="498116" y="107752"/>
                </a:lnTo>
                <a:lnTo>
                  <a:pt x="498116" y="230585"/>
                </a:lnTo>
                <a:lnTo>
                  <a:pt x="610653" y="230585"/>
                </a:lnTo>
                <a:lnTo>
                  <a:pt x="610653" y="364659"/>
                </a:lnTo>
                <a:lnTo>
                  <a:pt x="1089553" y="724476"/>
                </a:lnTo>
                <a:lnTo>
                  <a:pt x="1027586" y="801534"/>
                </a:lnTo>
                <a:lnTo>
                  <a:pt x="610653" y="443030"/>
                </a:lnTo>
                <a:lnTo>
                  <a:pt x="610653" y="977127"/>
                </a:lnTo>
                <a:lnTo>
                  <a:pt x="971285" y="1365251"/>
                </a:lnTo>
                <a:lnTo>
                  <a:pt x="834370" y="1365251"/>
                </a:lnTo>
                <a:lnTo>
                  <a:pt x="574048" y="1041400"/>
                </a:lnTo>
                <a:lnTo>
                  <a:pt x="327364" y="1041400"/>
                </a:lnTo>
                <a:lnTo>
                  <a:pt x="327364" y="918567"/>
                </a:lnTo>
                <a:lnTo>
                  <a:pt x="214827" y="918567"/>
                </a:lnTo>
                <a:lnTo>
                  <a:pt x="214827" y="882650"/>
                </a:lnTo>
                <a:lnTo>
                  <a:pt x="0" y="882650"/>
                </a:lnTo>
                <a:close/>
              </a:path>
            </a:pathLst>
          </a:custGeom>
          <a:solidFill>
            <a:srgbClr val="02E047">
              <a:alpha val="50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42" name="Trapezoid 41">
            <a:extLst>
              <a:ext uri="{FF2B5EF4-FFF2-40B4-BE49-F238E27FC236}">
                <a16:creationId xmlns:a16="http://schemas.microsoft.com/office/drawing/2014/main" id="{AC655F2C-0B84-379B-98EF-532F1B51EEEC}"/>
              </a:ext>
            </a:extLst>
          </p:cNvPr>
          <p:cNvSpPr/>
          <p:nvPr/>
        </p:nvSpPr>
        <p:spPr>
          <a:xfrm rot="10800000" flipV="1">
            <a:off x="3899868" y="2030364"/>
            <a:ext cx="475624" cy="615601"/>
          </a:xfrm>
          <a:prstGeom prst="trapezoid">
            <a:avLst>
              <a:gd name="adj" fmla="val 33478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2BE789C-ED7B-9A90-EFD6-66DCE6A8CD9B}"/>
              </a:ext>
            </a:extLst>
          </p:cNvPr>
          <p:cNvSpPr/>
          <p:nvPr/>
        </p:nvSpPr>
        <p:spPr>
          <a:xfrm rot="5400000" flipH="1">
            <a:off x="2801220" y="1408639"/>
            <a:ext cx="1240701" cy="675940"/>
          </a:xfrm>
          <a:custGeom>
            <a:avLst/>
            <a:gdLst>
              <a:gd name="csX0" fmla="*/ 392074 w 1240701"/>
              <a:gd name="csY0" fmla="*/ 383385 h 675940"/>
              <a:gd name="csX1" fmla="*/ 47624 w 1240701"/>
              <a:gd name="csY1" fmla="*/ 107970 h 675940"/>
              <a:gd name="csX2" fmla="*/ 0 w 1240701"/>
              <a:gd name="csY2" fmla="*/ 158524 h 675940"/>
              <a:gd name="csX3" fmla="*/ 0 w 1240701"/>
              <a:gd name="csY3" fmla="*/ 675940 h 675940"/>
              <a:gd name="csX4" fmla="*/ 391917 w 1240701"/>
              <a:gd name="csY4" fmla="*/ 675940 h 675940"/>
              <a:gd name="csX5" fmla="*/ 391917 w 1240701"/>
              <a:gd name="csY5" fmla="*/ 385236 h 675940"/>
              <a:gd name="csX6" fmla="*/ 390330 w 1240701"/>
              <a:gd name="csY6" fmla="*/ 385236 h 675940"/>
              <a:gd name="csX7" fmla="*/ 847795 w 1240701"/>
              <a:gd name="csY7" fmla="*/ 675940 h 675940"/>
              <a:gd name="csX8" fmla="*/ 847795 w 1240701"/>
              <a:gd name="csY8" fmla="*/ 301964 h 675940"/>
              <a:gd name="csX9" fmla="*/ 847105 w 1240701"/>
              <a:gd name="csY9" fmla="*/ 301964 h 675940"/>
              <a:gd name="csX10" fmla="*/ 847794 w 1240701"/>
              <a:gd name="csY10" fmla="*/ 301486 h 675940"/>
              <a:gd name="csX11" fmla="*/ 635758 w 1240701"/>
              <a:gd name="csY11" fmla="*/ 57429 h 675940"/>
              <a:gd name="csX12" fmla="*/ 633381 w 1240701"/>
              <a:gd name="csY12" fmla="*/ 59076 h 675940"/>
              <a:gd name="csX13" fmla="*/ 96472 w 1240701"/>
              <a:gd name="csY13" fmla="*/ 59076 h 675940"/>
              <a:gd name="csX14" fmla="*/ 540634 w 1240701"/>
              <a:gd name="csY14" fmla="*/ 397686 h 675940"/>
              <a:gd name="csX15" fmla="*/ 540634 w 1240701"/>
              <a:gd name="csY15" fmla="*/ 675940 h 675940"/>
              <a:gd name="csX16" fmla="*/ 1240701 w 1240701"/>
              <a:gd name="csY16" fmla="*/ 675940 h 675940"/>
              <a:gd name="csX17" fmla="*/ 1240701 w 1240701"/>
              <a:gd name="csY17" fmla="*/ 385236 h 675940"/>
              <a:gd name="csX18" fmla="*/ 1239093 w 1240701"/>
              <a:gd name="csY18" fmla="*/ 385236 h 675940"/>
              <a:gd name="csX19" fmla="*/ 1239222 w 1240701"/>
              <a:gd name="csY19" fmla="*/ 385096 h 675940"/>
              <a:gd name="csX20" fmla="*/ 779623 w 1240701"/>
              <a:gd name="csY20" fmla="*/ 0 h 675940"/>
              <a:gd name="csX21" fmla="*/ 720716 w 1240701"/>
              <a:gd name="csY21" fmla="*/ 63779 h 675940"/>
              <a:gd name="csX22" fmla="*/ 1046739 w 1240701"/>
              <a:gd name="csY22" fmla="*/ 395455 h 675940"/>
              <a:gd name="csX23" fmla="*/ 1046739 w 1240701"/>
              <a:gd name="csY23" fmla="*/ 675940 h 675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240701" h="675940">
                <a:moveTo>
                  <a:pt x="392074" y="383385"/>
                </a:moveTo>
                <a:lnTo>
                  <a:pt x="47624" y="107970"/>
                </a:lnTo>
                <a:lnTo>
                  <a:pt x="0" y="158524"/>
                </a:lnTo>
                <a:lnTo>
                  <a:pt x="0" y="675940"/>
                </a:lnTo>
                <a:lnTo>
                  <a:pt x="391917" y="675940"/>
                </a:lnTo>
                <a:lnTo>
                  <a:pt x="391917" y="385236"/>
                </a:lnTo>
                <a:lnTo>
                  <a:pt x="390330" y="385236"/>
                </a:lnTo>
                <a:close/>
                <a:moveTo>
                  <a:pt x="847795" y="675940"/>
                </a:moveTo>
                <a:lnTo>
                  <a:pt x="847795" y="301964"/>
                </a:lnTo>
                <a:lnTo>
                  <a:pt x="847105" y="301964"/>
                </a:lnTo>
                <a:lnTo>
                  <a:pt x="847794" y="301486"/>
                </a:lnTo>
                <a:lnTo>
                  <a:pt x="635758" y="57429"/>
                </a:lnTo>
                <a:lnTo>
                  <a:pt x="633381" y="59076"/>
                </a:lnTo>
                <a:lnTo>
                  <a:pt x="96472" y="59076"/>
                </a:lnTo>
                <a:lnTo>
                  <a:pt x="540634" y="397686"/>
                </a:lnTo>
                <a:lnTo>
                  <a:pt x="540634" y="675940"/>
                </a:lnTo>
                <a:close/>
                <a:moveTo>
                  <a:pt x="1240701" y="675940"/>
                </a:moveTo>
                <a:lnTo>
                  <a:pt x="1240701" y="385236"/>
                </a:lnTo>
                <a:lnTo>
                  <a:pt x="1239093" y="385236"/>
                </a:lnTo>
                <a:lnTo>
                  <a:pt x="1239222" y="385096"/>
                </a:lnTo>
                <a:lnTo>
                  <a:pt x="779623" y="0"/>
                </a:lnTo>
                <a:lnTo>
                  <a:pt x="720716" y="63779"/>
                </a:lnTo>
                <a:lnTo>
                  <a:pt x="1046739" y="395455"/>
                </a:lnTo>
                <a:lnTo>
                  <a:pt x="1046739" y="675940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30AF3DE-CE41-1CF9-92FF-7EB40F82AA50}"/>
              </a:ext>
            </a:extLst>
          </p:cNvPr>
          <p:cNvSpPr/>
          <p:nvPr/>
        </p:nvSpPr>
        <p:spPr>
          <a:xfrm rot="5400000" flipH="1" flipV="1">
            <a:off x="4239163" y="1408638"/>
            <a:ext cx="1240701" cy="675942"/>
          </a:xfrm>
          <a:custGeom>
            <a:avLst/>
            <a:gdLst>
              <a:gd name="csX0" fmla="*/ 392074 w 1240701"/>
              <a:gd name="csY0" fmla="*/ 383385 h 675940"/>
              <a:gd name="csX1" fmla="*/ 47624 w 1240701"/>
              <a:gd name="csY1" fmla="*/ 107970 h 675940"/>
              <a:gd name="csX2" fmla="*/ 0 w 1240701"/>
              <a:gd name="csY2" fmla="*/ 158524 h 675940"/>
              <a:gd name="csX3" fmla="*/ 0 w 1240701"/>
              <a:gd name="csY3" fmla="*/ 675940 h 675940"/>
              <a:gd name="csX4" fmla="*/ 391917 w 1240701"/>
              <a:gd name="csY4" fmla="*/ 675940 h 675940"/>
              <a:gd name="csX5" fmla="*/ 391917 w 1240701"/>
              <a:gd name="csY5" fmla="*/ 385236 h 675940"/>
              <a:gd name="csX6" fmla="*/ 390330 w 1240701"/>
              <a:gd name="csY6" fmla="*/ 385236 h 675940"/>
              <a:gd name="csX7" fmla="*/ 847795 w 1240701"/>
              <a:gd name="csY7" fmla="*/ 675940 h 675940"/>
              <a:gd name="csX8" fmla="*/ 847795 w 1240701"/>
              <a:gd name="csY8" fmla="*/ 301964 h 675940"/>
              <a:gd name="csX9" fmla="*/ 847105 w 1240701"/>
              <a:gd name="csY9" fmla="*/ 301964 h 675940"/>
              <a:gd name="csX10" fmla="*/ 847794 w 1240701"/>
              <a:gd name="csY10" fmla="*/ 301486 h 675940"/>
              <a:gd name="csX11" fmla="*/ 635758 w 1240701"/>
              <a:gd name="csY11" fmla="*/ 57429 h 675940"/>
              <a:gd name="csX12" fmla="*/ 633381 w 1240701"/>
              <a:gd name="csY12" fmla="*/ 59076 h 675940"/>
              <a:gd name="csX13" fmla="*/ 96472 w 1240701"/>
              <a:gd name="csY13" fmla="*/ 59076 h 675940"/>
              <a:gd name="csX14" fmla="*/ 540634 w 1240701"/>
              <a:gd name="csY14" fmla="*/ 397686 h 675940"/>
              <a:gd name="csX15" fmla="*/ 540634 w 1240701"/>
              <a:gd name="csY15" fmla="*/ 675940 h 675940"/>
              <a:gd name="csX16" fmla="*/ 1240701 w 1240701"/>
              <a:gd name="csY16" fmla="*/ 675940 h 675940"/>
              <a:gd name="csX17" fmla="*/ 1240701 w 1240701"/>
              <a:gd name="csY17" fmla="*/ 385236 h 675940"/>
              <a:gd name="csX18" fmla="*/ 1239093 w 1240701"/>
              <a:gd name="csY18" fmla="*/ 385236 h 675940"/>
              <a:gd name="csX19" fmla="*/ 1239222 w 1240701"/>
              <a:gd name="csY19" fmla="*/ 385096 h 675940"/>
              <a:gd name="csX20" fmla="*/ 779623 w 1240701"/>
              <a:gd name="csY20" fmla="*/ 0 h 675940"/>
              <a:gd name="csX21" fmla="*/ 720716 w 1240701"/>
              <a:gd name="csY21" fmla="*/ 63779 h 675940"/>
              <a:gd name="csX22" fmla="*/ 1046739 w 1240701"/>
              <a:gd name="csY22" fmla="*/ 395455 h 675940"/>
              <a:gd name="csX23" fmla="*/ 1046739 w 1240701"/>
              <a:gd name="csY23" fmla="*/ 675940 h 675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240701" h="675940">
                <a:moveTo>
                  <a:pt x="392074" y="383385"/>
                </a:moveTo>
                <a:lnTo>
                  <a:pt x="47624" y="107970"/>
                </a:lnTo>
                <a:lnTo>
                  <a:pt x="0" y="158524"/>
                </a:lnTo>
                <a:lnTo>
                  <a:pt x="0" y="675940"/>
                </a:lnTo>
                <a:lnTo>
                  <a:pt x="391917" y="675940"/>
                </a:lnTo>
                <a:lnTo>
                  <a:pt x="391917" y="385236"/>
                </a:lnTo>
                <a:lnTo>
                  <a:pt x="390330" y="385236"/>
                </a:lnTo>
                <a:close/>
                <a:moveTo>
                  <a:pt x="847795" y="675940"/>
                </a:moveTo>
                <a:lnTo>
                  <a:pt x="847795" y="301964"/>
                </a:lnTo>
                <a:lnTo>
                  <a:pt x="847105" y="301964"/>
                </a:lnTo>
                <a:lnTo>
                  <a:pt x="847794" y="301486"/>
                </a:lnTo>
                <a:lnTo>
                  <a:pt x="635758" y="57429"/>
                </a:lnTo>
                <a:lnTo>
                  <a:pt x="633381" y="59076"/>
                </a:lnTo>
                <a:lnTo>
                  <a:pt x="96472" y="59076"/>
                </a:lnTo>
                <a:lnTo>
                  <a:pt x="540634" y="397686"/>
                </a:lnTo>
                <a:lnTo>
                  <a:pt x="540634" y="675940"/>
                </a:lnTo>
                <a:close/>
                <a:moveTo>
                  <a:pt x="1240701" y="675940"/>
                </a:moveTo>
                <a:lnTo>
                  <a:pt x="1240701" y="385236"/>
                </a:lnTo>
                <a:lnTo>
                  <a:pt x="1239093" y="385236"/>
                </a:lnTo>
                <a:lnTo>
                  <a:pt x="1239222" y="385096"/>
                </a:lnTo>
                <a:lnTo>
                  <a:pt x="779623" y="0"/>
                </a:lnTo>
                <a:lnTo>
                  <a:pt x="720716" y="63779"/>
                </a:lnTo>
                <a:lnTo>
                  <a:pt x="1046739" y="395455"/>
                </a:lnTo>
                <a:lnTo>
                  <a:pt x="1046739" y="675940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9C68142-A295-AD11-A5A5-2C0FA227CAF1}"/>
              </a:ext>
            </a:extLst>
          </p:cNvPr>
          <p:cNvGrpSpPr/>
          <p:nvPr/>
        </p:nvGrpSpPr>
        <p:grpSpPr>
          <a:xfrm>
            <a:off x="3702050" y="2644771"/>
            <a:ext cx="293688" cy="570849"/>
            <a:chOff x="3702050" y="2644771"/>
            <a:chExt cx="293688" cy="570849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49F639C-C717-131C-63CC-FCCD7E6B5CB9}"/>
                </a:ext>
              </a:extLst>
            </p:cNvPr>
            <p:cNvCxnSpPr/>
            <p:nvPr/>
          </p:nvCxnSpPr>
          <p:spPr>
            <a:xfrm flipH="1">
              <a:off x="3702050" y="2644776"/>
              <a:ext cx="200679" cy="336549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7D9882D-5077-5FA1-42BF-A92825A89A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9541" y="2644773"/>
              <a:ext cx="174325" cy="410113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5968913-54BE-E7EE-A2EE-95E4147DF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9616" y="2644772"/>
              <a:ext cx="105640" cy="527053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EA15BE3-0D47-04C7-717F-D242D3CDEE4A}"/>
                </a:ext>
              </a:extLst>
            </p:cNvPr>
            <p:cNvCxnSpPr>
              <a:cxnSpLocks/>
            </p:cNvCxnSpPr>
            <p:nvPr/>
          </p:nvCxnSpPr>
          <p:spPr>
            <a:xfrm>
              <a:off x="3967163" y="2644771"/>
              <a:ext cx="28575" cy="570849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8D23306-2AF5-0237-81F1-E2838566C6F6}"/>
              </a:ext>
            </a:extLst>
          </p:cNvPr>
          <p:cNvGrpSpPr/>
          <p:nvPr/>
        </p:nvGrpSpPr>
        <p:grpSpPr>
          <a:xfrm flipH="1">
            <a:off x="4279440" y="2644771"/>
            <a:ext cx="292608" cy="570849"/>
            <a:chOff x="3702050" y="2644771"/>
            <a:chExt cx="293688" cy="570849"/>
          </a:xfrm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176E4CF-6A05-3B34-E4D5-11BFB7A03958}"/>
                </a:ext>
              </a:extLst>
            </p:cNvPr>
            <p:cNvCxnSpPr/>
            <p:nvPr/>
          </p:nvCxnSpPr>
          <p:spPr>
            <a:xfrm flipH="1">
              <a:off x="3702050" y="2644776"/>
              <a:ext cx="200679" cy="336549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8D75EAA-6BCA-C89E-BBC0-28B98C1666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9541" y="2644773"/>
              <a:ext cx="174325" cy="410113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982FB936-7B2C-73ED-365F-4F8FFAAEE0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9616" y="2644772"/>
              <a:ext cx="105640" cy="527053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60A49A8-A43D-02EC-F904-D50138F2A82B}"/>
                </a:ext>
              </a:extLst>
            </p:cNvPr>
            <p:cNvCxnSpPr>
              <a:cxnSpLocks/>
            </p:cNvCxnSpPr>
            <p:nvPr/>
          </p:nvCxnSpPr>
          <p:spPr>
            <a:xfrm>
              <a:off x="3967163" y="2644771"/>
              <a:ext cx="28575" cy="570849"/>
            </a:xfrm>
            <a:prstGeom prst="line">
              <a:avLst/>
            </a:prstGeom>
            <a:ln w="6350" cap="rnd">
              <a:gradFill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Rectangle: Top Corners One Rounded and One Snipped 149">
            <a:extLst>
              <a:ext uri="{FF2B5EF4-FFF2-40B4-BE49-F238E27FC236}">
                <a16:creationId xmlns:a16="http://schemas.microsoft.com/office/drawing/2014/main" id="{A92165E0-E419-95AA-28A2-B0DD80CB6DD2}"/>
              </a:ext>
            </a:extLst>
          </p:cNvPr>
          <p:cNvSpPr/>
          <p:nvPr/>
        </p:nvSpPr>
        <p:spPr>
          <a:xfrm rot="5400000">
            <a:off x="4112256" y="963325"/>
            <a:ext cx="386769" cy="165101"/>
          </a:xfrm>
          <a:prstGeom prst="snipRoundRect">
            <a:avLst>
              <a:gd name="adj1" fmla="val 0"/>
              <a:gd name="adj2" fmla="val 50000"/>
            </a:avLst>
          </a:prstGeom>
          <a:solidFill>
            <a:schemeClr val="bg1">
              <a:lumMod val="6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1" name="Rectangle: Top Corners One Rounded and One Snipped 150">
            <a:extLst>
              <a:ext uri="{FF2B5EF4-FFF2-40B4-BE49-F238E27FC236}">
                <a16:creationId xmlns:a16="http://schemas.microsoft.com/office/drawing/2014/main" id="{211351A4-E308-282A-EE66-186B5165006B}"/>
              </a:ext>
            </a:extLst>
          </p:cNvPr>
          <p:cNvSpPr/>
          <p:nvPr/>
        </p:nvSpPr>
        <p:spPr>
          <a:xfrm rot="5400000" flipV="1">
            <a:off x="3782055" y="963325"/>
            <a:ext cx="386769" cy="165100"/>
          </a:xfrm>
          <a:prstGeom prst="snipRoundRect">
            <a:avLst>
              <a:gd name="adj1" fmla="val 0"/>
              <a:gd name="adj2" fmla="val 50000"/>
            </a:avLst>
          </a:prstGeom>
          <a:solidFill>
            <a:schemeClr val="bg1">
              <a:lumMod val="6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E7FBC77B-1137-7C2F-D22E-0A4D84C14CB2}"/>
              </a:ext>
            </a:extLst>
          </p:cNvPr>
          <p:cNvSpPr/>
          <p:nvPr/>
        </p:nvSpPr>
        <p:spPr>
          <a:xfrm>
            <a:off x="5488724" y="1146529"/>
            <a:ext cx="1240702" cy="1240702"/>
          </a:xfrm>
          <a:prstGeom prst="ellipse">
            <a:avLst/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E6570D5D-33BC-BA63-C754-D05B168254A8}"/>
              </a:ext>
            </a:extLst>
          </p:cNvPr>
          <p:cNvSpPr/>
          <p:nvPr/>
        </p:nvSpPr>
        <p:spPr>
          <a:xfrm>
            <a:off x="5731511" y="1389316"/>
            <a:ext cx="755128" cy="75512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90BF84B-40B6-624A-6269-A7F354ACE37F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BE778DE-4F4E-3890-9D10-E2571904E818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A6930D6-0B40-FE44-B4A8-B193AFF9ED04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8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F05953B-5023-74F0-A10B-1F7AE94C934F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36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BB3F374-56B9-3363-A843-49E0661B9991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5BE8E1F-6BC1-DA7D-14DE-92C64F59FF83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979999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B34CC02-D921-6301-B17F-0D1E3F7E6AB1}"/>
              </a:ext>
            </a:extLst>
          </p:cNvPr>
          <p:cNvSpPr/>
          <p:nvPr/>
        </p:nvSpPr>
        <p:spPr>
          <a:xfrm>
            <a:off x="6086215" y="1035360"/>
            <a:ext cx="45720" cy="1463040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80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53FCC59A-5ABA-7F17-8307-C4DC9AFE25E5}"/>
              </a:ext>
            </a:extLst>
          </p:cNvPr>
          <p:cNvSpPr/>
          <p:nvPr/>
        </p:nvSpPr>
        <p:spPr>
          <a:xfrm>
            <a:off x="6996248" y="1146529"/>
            <a:ext cx="1240702" cy="1240702"/>
          </a:xfrm>
          <a:prstGeom prst="ellipse">
            <a:avLst/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1778FBDB-BB43-7FA7-62B8-970B5C1558EA}"/>
              </a:ext>
            </a:extLst>
          </p:cNvPr>
          <p:cNvSpPr/>
          <p:nvPr/>
        </p:nvSpPr>
        <p:spPr>
          <a:xfrm>
            <a:off x="7296559" y="1446840"/>
            <a:ext cx="640080" cy="640080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33F1BCC1-9DCD-026A-1BF6-047C76582C8F}"/>
              </a:ext>
            </a:extLst>
          </p:cNvPr>
          <p:cNvSpPr/>
          <p:nvPr/>
        </p:nvSpPr>
        <p:spPr>
          <a:xfrm>
            <a:off x="7269127" y="1419408"/>
            <a:ext cx="694944" cy="6949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F6D44C93-F316-D62E-5245-CBA5857872C6}"/>
              </a:ext>
            </a:extLst>
          </p:cNvPr>
          <p:cNvCxnSpPr>
            <a:cxnSpLocks/>
            <a:stCxn id="177" idx="0"/>
          </p:cNvCxnSpPr>
          <p:nvPr/>
        </p:nvCxnSpPr>
        <p:spPr>
          <a:xfrm flipV="1">
            <a:off x="7616599" y="1307233"/>
            <a:ext cx="516290" cy="13960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485BCA5B-B755-006F-A4B4-9B4B834C57A9}"/>
              </a:ext>
            </a:extLst>
          </p:cNvPr>
          <p:cNvCxnSpPr>
            <a:cxnSpLocks/>
            <a:stCxn id="177" idx="2"/>
          </p:cNvCxnSpPr>
          <p:nvPr/>
        </p:nvCxnSpPr>
        <p:spPr>
          <a:xfrm flipH="1" flipV="1">
            <a:off x="7157525" y="1252710"/>
            <a:ext cx="139034" cy="51417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F58654A-FC30-5EB4-A309-BF94C9207DAE}"/>
              </a:ext>
            </a:extLst>
          </p:cNvPr>
          <p:cNvCxnSpPr>
            <a:cxnSpLocks/>
            <a:stCxn id="177" idx="1"/>
          </p:cNvCxnSpPr>
          <p:nvPr/>
        </p:nvCxnSpPr>
        <p:spPr>
          <a:xfrm flipV="1">
            <a:off x="7390297" y="1073889"/>
            <a:ext cx="268019" cy="46668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582B54EC-21FD-0530-BBAE-C8C34478EC55}"/>
              </a:ext>
            </a:extLst>
          </p:cNvPr>
          <p:cNvCxnSpPr>
            <a:cxnSpLocks/>
            <a:endCxn id="177" idx="3"/>
          </p:cNvCxnSpPr>
          <p:nvPr/>
        </p:nvCxnSpPr>
        <p:spPr>
          <a:xfrm>
            <a:off x="6931815" y="1729876"/>
            <a:ext cx="458482" cy="26330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648CA9A7-812C-7DA3-68D9-1BCD179E11A6}"/>
              </a:ext>
            </a:extLst>
          </p:cNvPr>
          <p:cNvCxnSpPr>
            <a:cxnSpLocks/>
            <a:endCxn id="177" idx="4"/>
          </p:cNvCxnSpPr>
          <p:nvPr/>
        </p:nvCxnSpPr>
        <p:spPr>
          <a:xfrm flipV="1">
            <a:off x="7100309" y="2086920"/>
            <a:ext cx="516290" cy="13960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97A1BB62-3173-2162-C4D2-CE70C9490EC8}"/>
              </a:ext>
            </a:extLst>
          </p:cNvPr>
          <p:cNvCxnSpPr>
            <a:cxnSpLocks/>
            <a:endCxn id="177" idx="6"/>
          </p:cNvCxnSpPr>
          <p:nvPr/>
        </p:nvCxnSpPr>
        <p:spPr>
          <a:xfrm flipH="1" flipV="1">
            <a:off x="7936639" y="1766880"/>
            <a:ext cx="132564" cy="49024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250E466-BFFC-815A-BADC-2D8FF50EDAC4}"/>
              </a:ext>
            </a:extLst>
          </p:cNvPr>
          <p:cNvCxnSpPr>
            <a:cxnSpLocks/>
            <a:endCxn id="177" idx="5"/>
          </p:cNvCxnSpPr>
          <p:nvPr/>
        </p:nvCxnSpPr>
        <p:spPr>
          <a:xfrm flipV="1">
            <a:off x="7582613" y="1993182"/>
            <a:ext cx="260288" cy="45322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ECB29FE7-3BD5-83F3-AFF7-03F46FF36B9B}"/>
              </a:ext>
            </a:extLst>
          </p:cNvPr>
          <p:cNvCxnSpPr>
            <a:cxnSpLocks/>
            <a:endCxn id="177" idx="7"/>
          </p:cNvCxnSpPr>
          <p:nvPr/>
        </p:nvCxnSpPr>
        <p:spPr>
          <a:xfrm flipH="1" flipV="1">
            <a:off x="7842901" y="1540578"/>
            <a:ext cx="458482" cy="26330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5" name="TextBox 244">
            <a:extLst>
              <a:ext uri="{FF2B5EF4-FFF2-40B4-BE49-F238E27FC236}">
                <a16:creationId xmlns:a16="http://schemas.microsoft.com/office/drawing/2014/main" id="{32EB8091-7D18-A53B-3B6D-AD70C4F15211}"/>
              </a:ext>
            </a:extLst>
          </p:cNvPr>
          <p:cNvSpPr txBox="1"/>
          <p:nvPr/>
        </p:nvSpPr>
        <p:spPr>
          <a:xfrm>
            <a:off x="1926247" y="570014"/>
            <a:ext cx="91050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Melt nozzle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9517D4B-B975-5D65-2E42-507C0C922628}"/>
              </a:ext>
            </a:extLst>
          </p:cNvPr>
          <p:cNvSpPr txBox="1"/>
          <p:nvPr/>
        </p:nvSpPr>
        <p:spPr>
          <a:xfrm>
            <a:off x="1576793" y="1309860"/>
            <a:ext cx="12599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1</a:t>
            </a:r>
            <a:r>
              <a:rPr lang="en-US" sz="1400" baseline="30000" dirty="0">
                <a:latin typeface="Georgia" panose="02040502050405020303" pitchFamily="18" charset="0"/>
              </a:rPr>
              <a:t>rst</a:t>
            </a:r>
            <a:r>
              <a:rPr lang="en-US" sz="1400" dirty="0">
                <a:latin typeface="Georgia" panose="02040502050405020303" pitchFamily="18" charset="0"/>
              </a:rPr>
              <a:t> stage gas jet 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08F8B4C-737D-80DE-BDB4-16DBCE440881}"/>
              </a:ext>
            </a:extLst>
          </p:cNvPr>
          <p:cNvSpPr txBox="1"/>
          <p:nvPr/>
        </p:nvSpPr>
        <p:spPr>
          <a:xfrm>
            <a:off x="1555953" y="1779042"/>
            <a:ext cx="128080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2</a:t>
            </a:r>
            <a:r>
              <a:rPr lang="en-US" sz="1400" baseline="30000" dirty="0">
                <a:latin typeface="Georgia" panose="02040502050405020303" pitchFamily="18" charset="0"/>
              </a:rPr>
              <a:t>nd</a:t>
            </a:r>
            <a:r>
              <a:rPr lang="en-US" sz="1400" dirty="0">
                <a:latin typeface="Georgia" panose="02040502050405020303" pitchFamily="18" charset="0"/>
              </a:rPr>
              <a:t> stage gas jet 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6960520-D9F0-DCC2-E073-ECB623B68A4B}"/>
              </a:ext>
            </a:extLst>
          </p:cNvPr>
          <p:cNvSpPr txBox="1"/>
          <p:nvPr/>
        </p:nvSpPr>
        <p:spPr>
          <a:xfrm>
            <a:off x="1996779" y="2112073"/>
            <a:ext cx="8399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Gas nozzle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FCFA0DBA-78AB-643F-7F87-173C6EEB5137}"/>
              </a:ext>
            </a:extLst>
          </p:cNvPr>
          <p:cNvCxnSpPr>
            <a:cxnSpLocks/>
          </p:cNvCxnSpPr>
          <p:nvPr/>
        </p:nvCxnSpPr>
        <p:spPr>
          <a:xfrm>
            <a:off x="2876550" y="1421486"/>
            <a:ext cx="203875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F62CA385-F2C7-87A7-4612-D47D517929FF}"/>
              </a:ext>
            </a:extLst>
          </p:cNvPr>
          <p:cNvCxnSpPr>
            <a:cxnSpLocks/>
          </p:cNvCxnSpPr>
          <p:nvPr/>
        </p:nvCxnSpPr>
        <p:spPr>
          <a:xfrm>
            <a:off x="2870200" y="1899464"/>
            <a:ext cx="203875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76B3EAE9-AA66-787F-8358-3CD58F3BCF89}"/>
              </a:ext>
            </a:extLst>
          </p:cNvPr>
          <p:cNvCxnSpPr>
            <a:cxnSpLocks/>
          </p:cNvCxnSpPr>
          <p:nvPr/>
        </p:nvCxnSpPr>
        <p:spPr>
          <a:xfrm>
            <a:off x="2876550" y="2238887"/>
            <a:ext cx="203875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1D2F7051-176C-4DB2-1FED-CABA033B5799}"/>
              </a:ext>
            </a:extLst>
          </p:cNvPr>
          <p:cNvSpPr txBox="1"/>
          <p:nvPr/>
        </p:nvSpPr>
        <p:spPr>
          <a:xfrm>
            <a:off x="1788389" y="875601"/>
            <a:ext cx="10483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Metal stream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3C43C63D-E32B-A0CB-6637-617DEEEAF01F}"/>
              </a:ext>
            </a:extLst>
          </p:cNvPr>
          <p:cNvCxnSpPr>
            <a:cxnSpLocks/>
          </p:cNvCxnSpPr>
          <p:nvPr/>
        </p:nvCxnSpPr>
        <p:spPr>
          <a:xfrm>
            <a:off x="3063882" y="987959"/>
            <a:ext cx="989625" cy="3219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7D627F1A-223D-0300-04C1-00B77E9294E4}"/>
              </a:ext>
            </a:extLst>
          </p:cNvPr>
          <p:cNvCxnSpPr>
            <a:cxnSpLocks/>
          </p:cNvCxnSpPr>
          <p:nvPr/>
        </p:nvCxnSpPr>
        <p:spPr>
          <a:xfrm>
            <a:off x="2876550" y="987959"/>
            <a:ext cx="1968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E390B374-9417-52C4-2894-9BB711B9E8B9}"/>
              </a:ext>
            </a:extLst>
          </p:cNvPr>
          <p:cNvSpPr txBox="1"/>
          <p:nvPr/>
        </p:nvSpPr>
        <p:spPr>
          <a:xfrm>
            <a:off x="3080425" y="2959055"/>
            <a:ext cx="15709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a)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878A351-FDB3-F27B-B900-650AA635B97C}"/>
              </a:ext>
            </a:extLst>
          </p:cNvPr>
          <p:cNvSpPr txBox="1"/>
          <p:nvPr/>
        </p:nvSpPr>
        <p:spPr>
          <a:xfrm>
            <a:off x="5520731" y="2959055"/>
            <a:ext cx="16831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b)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3452CBCE-D866-727E-7BB4-34C530B65291}"/>
              </a:ext>
            </a:extLst>
          </p:cNvPr>
          <p:cNvSpPr txBox="1"/>
          <p:nvPr/>
        </p:nvSpPr>
        <p:spPr>
          <a:xfrm>
            <a:off x="7035201" y="2970578"/>
            <a:ext cx="1490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c)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CCCECEED-46E2-71E2-F2E8-0E0FBF394EBA}"/>
              </a:ext>
            </a:extLst>
          </p:cNvPr>
          <p:cNvCxnSpPr>
            <a:cxnSpLocks/>
          </p:cNvCxnSpPr>
          <p:nvPr/>
        </p:nvCxnSpPr>
        <p:spPr>
          <a:xfrm>
            <a:off x="3063677" y="708365"/>
            <a:ext cx="835800" cy="23324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2610E765-7EB6-8F1E-7AEB-E61733C4DC48}"/>
              </a:ext>
            </a:extLst>
          </p:cNvPr>
          <p:cNvCxnSpPr>
            <a:cxnSpLocks/>
          </p:cNvCxnSpPr>
          <p:nvPr/>
        </p:nvCxnSpPr>
        <p:spPr>
          <a:xfrm>
            <a:off x="2868726" y="708365"/>
            <a:ext cx="1968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423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831071-E322-229A-B589-B16EBA55C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681" y="1666629"/>
            <a:ext cx="3848637" cy="35247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35CF5B-04D5-1A9D-0F7B-D63D119F5843}"/>
              </a:ext>
            </a:extLst>
          </p:cNvPr>
          <p:cNvSpPr txBox="1"/>
          <p:nvPr/>
        </p:nvSpPr>
        <p:spPr>
          <a:xfrm>
            <a:off x="4821382" y="5615709"/>
            <a:ext cx="2087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Handbook…</a:t>
            </a:r>
            <a:r>
              <a:rPr lang="en-US" dirty="0" err="1"/>
              <a:t>Neikov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85283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6A5F-CE69-F884-5040-19B59581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1913-9EC1-D2A6-62F7-4F5F248903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Rocket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48307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9A8F32AE-D510-A9ED-35D7-4CC4BDB535C0}"/>
              </a:ext>
            </a:extLst>
          </p:cNvPr>
          <p:cNvSpPr/>
          <p:nvPr/>
        </p:nvSpPr>
        <p:spPr>
          <a:xfrm>
            <a:off x="3008376" y="2447734"/>
            <a:ext cx="2898647" cy="2618043"/>
          </a:xfrm>
          <a:custGeom>
            <a:avLst/>
            <a:gdLst>
              <a:gd name="csX0" fmla="*/ 0 w 2898647"/>
              <a:gd name="csY0" fmla="*/ 0 h 2618043"/>
              <a:gd name="csX1" fmla="*/ 2898647 w 2898647"/>
              <a:gd name="csY1" fmla="*/ 0 h 2618043"/>
              <a:gd name="csX2" fmla="*/ 2898647 w 2898647"/>
              <a:gd name="csY2" fmla="*/ 1968818 h 2618043"/>
              <a:gd name="csX3" fmla="*/ 2240281 w 2898647"/>
              <a:gd name="csY3" fmla="*/ 1968818 h 2618043"/>
              <a:gd name="csX4" fmla="*/ 2240281 w 2898647"/>
              <a:gd name="csY4" fmla="*/ 2618043 h 2618043"/>
              <a:gd name="csX5" fmla="*/ 691640 w 2898647"/>
              <a:gd name="csY5" fmla="*/ 2618043 h 2618043"/>
              <a:gd name="csX6" fmla="*/ 691640 w 2898647"/>
              <a:gd name="csY6" fmla="*/ 1968818 h 2618043"/>
              <a:gd name="csX7" fmla="*/ 0 w 2898647"/>
              <a:gd name="csY7" fmla="*/ 1968818 h 261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898647" h="2618043">
                <a:moveTo>
                  <a:pt x="0" y="0"/>
                </a:moveTo>
                <a:lnTo>
                  <a:pt x="2898647" y="0"/>
                </a:lnTo>
                <a:lnTo>
                  <a:pt x="2898647" y="1968818"/>
                </a:lnTo>
                <a:lnTo>
                  <a:pt x="2240281" y="1968818"/>
                </a:lnTo>
                <a:lnTo>
                  <a:pt x="2240281" y="2618043"/>
                </a:lnTo>
                <a:lnTo>
                  <a:pt x="691640" y="2618043"/>
                </a:lnTo>
                <a:lnTo>
                  <a:pt x="691640" y="1968818"/>
                </a:lnTo>
                <a:lnTo>
                  <a:pt x="0" y="1968818"/>
                </a:lnTo>
                <a:close/>
              </a:path>
            </a:pathLst>
          </a:custGeom>
          <a:solidFill>
            <a:srgbClr val="156082">
              <a:alpha val="50196"/>
            </a:srgb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238CC45-7D3A-6F0A-9E7B-FA46E5F29B5F}"/>
              </a:ext>
            </a:extLst>
          </p:cNvPr>
          <p:cNvSpPr/>
          <p:nvPr/>
        </p:nvSpPr>
        <p:spPr>
          <a:xfrm>
            <a:off x="3112682" y="3047702"/>
            <a:ext cx="179072" cy="18288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1" name="Arc 120">
            <a:extLst>
              <a:ext uri="{FF2B5EF4-FFF2-40B4-BE49-F238E27FC236}">
                <a16:creationId xmlns:a16="http://schemas.microsoft.com/office/drawing/2014/main" id="{CB149DE3-470D-41B5-FD4E-38035C9C1CA2}"/>
              </a:ext>
            </a:extLst>
          </p:cNvPr>
          <p:cNvSpPr/>
          <p:nvPr/>
        </p:nvSpPr>
        <p:spPr>
          <a:xfrm flipH="1">
            <a:off x="3118351" y="3449339"/>
            <a:ext cx="2678935" cy="687024"/>
          </a:xfrm>
          <a:prstGeom prst="arc">
            <a:avLst>
              <a:gd name="adj1" fmla="val 16200000"/>
              <a:gd name="adj2" fmla="val 658395"/>
            </a:avLst>
          </a:prstGeom>
          <a:ln w="63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134" name="Arc 133">
            <a:extLst>
              <a:ext uri="{FF2B5EF4-FFF2-40B4-BE49-F238E27FC236}">
                <a16:creationId xmlns:a16="http://schemas.microsoft.com/office/drawing/2014/main" id="{9737ACAD-54DC-1607-C00D-C5296F109FD7}"/>
              </a:ext>
            </a:extLst>
          </p:cNvPr>
          <p:cNvSpPr/>
          <p:nvPr/>
        </p:nvSpPr>
        <p:spPr>
          <a:xfrm flipH="1">
            <a:off x="3118364" y="3175723"/>
            <a:ext cx="2678935" cy="687022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6E4ABCBC-919F-009E-7A1F-4C8FE98D6C0F}"/>
              </a:ext>
            </a:extLst>
          </p:cNvPr>
          <p:cNvSpPr/>
          <p:nvPr/>
        </p:nvSpPr>
        <p:spPr>
          <a:xfrm>
            <a:off x="5219483" y="2454084"/>
            <a:ext cx="803364" cy="2614401"/>
          </a:xfrm>
          <a:custGeom>
            <a:avLst/>
            <a:gdLst>
              <a:gd name="csX0" fmla="*/ 626580 w 803364"/>
              <a:gd name="csY0" fmla="*/ 0 h 2614401"/>
              <a:gd name="csX1" fmla="*/ 803364 w 803364"/>
              <a:gd name="csY1" fmla="*/ 0 h 2614401"/>
              <a:gd name="csX2" fmla="*/ 803364 w 803364"/>
              <a:gd name="csY2" fmla="*/ 1635867 h 2614401"/>
              <a:gd name="csX3" fmla="*/ 803363 w 803364"/>
              <a:gd name="csY3" fmla="*/ 1635867 h 2614401"/>
              <a:gd name="csX4" fmla="*/ 803363 w 803364"/>
              <a:gd name="csY4" fmla="*/ 1974321 h 2614401"/>
              <a:gd name="csX5" fmla="*/ 226066 w 803364"/>
              <a:gd name="csY5" fmla="*/ 1974321 h 2614401"/>
              <a:gd name="csX6" fmla="*/ 226066 w 803364"/>
              <a:gd name="csY6" fmla="*/ 2614401 h 2614401"/>
              <a:gd name="csX7" fmla="*/ 1 w 803364"/>
              <a:gd name="csY7" fmla="*/ 2614401 h 2614401"/>
              <a:gd name="csX8" fmla="*/ 1 w 803364"/>
              <a:gd name="csY8" fmla="*/ 1974321 h 2614401"/>
              <a:gd name="csX9" fmla="*/ 0 w 803364"/>
              <a:gd name="csY9" fmla="*/ 1974321 h 2614401"/>
              <a:gd name="csX10" fmla="*/ 626580 w 803364"/>
              <a:gd name="csY10" fmla="*/ 1446367 h 2614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03364" h="2614401">
                <a:moveTo>
                  <a:pt x="626580" y="0"/>
                </a:moveTo>
                <a:lnTo>
                  <a:pt x="803364" y="0"/>
                </a:lnTo>
                <a:lnTo>
                  <a:pt x="803364" y="1635867"/>
                </a:lnTo>
                <a:lnTo>
                  <a:pt x="803363" y="1635867"/>
                </a:lnTo>
                <a:lnTo>
                  <a:pt x="803363" y="1974321"/>
                </a:lnTo>
                <a:lnTo>
                  <a:pt x="226066" y="1974321"/>
                </a:lnTo>
                <a:lnTo>
                  <a:pt x="226066" y="2614401"/>
                </a:lnTo>
                <a:lnTo>
                  <a:pt x="1" y="2614401"/>
                </a:lnTo>
                <a:lnTo>
                  <a:pt x="1" y="1974321"/>
                </a:lnTo>
                <a:lnTo>
                  <a:pt x="0" y="1974321"/>
                </a:lnTo>
                <a:lnTo>
                  <a:pt x="626580" y="14463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760EAD0F-492A-FD89-D333-9FDE5ED5C157}"/>
              </a:ext>
            </a:extLst>
          </p:cNvPr>
          <p:cNvSpPr/>
          <p:nvPr/>
        </p:nvSpPr>
        <p:spPr>
          <a:xfrm>
            <a:off x="2904991" y="2447733"/>
            <a:ext cx="806544" cy="2614401"/>
          </a:xfrm>
          <a:custGeom>
            <a:avLst/>
            <a:gdLst>
              <a:gd name="csX0" fmla="*/ 0 w 806544"/>
              <a:gd name="csY0" fmla="*/ 0 h 2614401"/>
              <a:gd name="csX1" fmla="*/ 176784 w 806544"/>
              <a:gd name="csY1" fmla="*/ 0 h 2614401"/>
              <a:gd name="csX2" fmla="*/ 176784 w 806544"/>
              <a:gd name="csY2" fmla="*/ 1443690 h 2614401"/>
              <a:gd name="csX3" fmla="*/ 806541 w 806544"/>
              <a:gd name="csY3" fmla="*/ 1974320 h 2614401"/>
              <a:gd name="csX4" fmla="*/ 806544 w 806544"/>
              <a:gd name="csY4" fmla="*/ 1974320 h 2614401"/>
              <a:gd name="csX5" fmla="*/ 806544 w 806544"/>
              <a:gd name="csY5" fmla="*/ 1974323 h 2614401"/>
              <a:gd name="csX6" fmla="*/ 806544 w 806544"/>
              <a:gd name="csY6" fmla="*/ 2614401 h 2614401"/>
              <a:gd name="csX7" fmla="*/ 580479 w 806544"/>
              <a:gd name="csY7" fmla="*/ 2614401 h 2614401"/>
              <a:gd name="csX8" fmla="*/ 580479 w 806544"/>
              <a:gd name="csY8" fmla="*/ 1974323 h 2614401"/>
              <a:gd name="csX9" fmla="*/ 3181 w 806544"/>
              <a:gd name="csY9" fmla="*/ 1974323 h 2614401"/>
              <a:gd name="csX10" fmla="*/ 3181 w 806544"/>
              <a:gd name="csY10" fmla="*/ 1635867 h 2614401"/>
              <a:gd name="csX11" fmla="*/ 0 w 806544"/>
              <a:gd name="csY11" fmla="*/ 1635867 h 2614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06544" h="2614401">
                <a:moveTo>
                  <a:pt x="0" y="0"/>
                </a:moveTo>
                <a:lnTo>
                  <a:pt x="176784" y="0"/>
                </a:lnTo>
                <a:lnTo>
                  <a:pt x="176784" y="1443690"/>
                </a:lnTo>
                <a:lnTo>
                  <a:pt x="806541" y="1974320"/>
                </a:lnTo>
                <a:lnTo>
                  <a:pt x="806544" y="1974320"/>
                </a:lnTo>
                <a:lnTo>
                  <a:pt x="806544" y="1974323"/>
                </a:lnTo>
                <a:lnTo>
                  <a:pt x="806544" y="2614401"/>
                </a:lnTo>
                <a:lnTo>
                  <a:pt x="580479" y="2614401"/>
                </a:lnTo>
                <a:lnTo>
                  <a:pt x="580479" y="1974323"/>
                </a:lnTo>
                <a:lnTo>
                  <a:pt x="3181" y="1974323"/>
                </a:lnTo>
                <a:lnTo>
                  <a:pt x="3181" y="1635867"/>
                </a:lnTo>
                <a:lnTo>
                  <a:pt x="0" y="16358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1F4967F3-8733-7F81-2377-F8F51DD97339}"/>
              </a:ext>
            </a:extLst>
          </p:cNvPr>
          <p:cNvSpPr/>
          <p:nvPr/>
        </p:nvSpPr>
        <p:spPr>
          <a:xfrm flipH="1">
            <a:off x="3100086" y="2902108"/>
            <a:ext cx="2678938" cy="687022"/>
          </a:xfrm>
          <a:prstGeom prst="arc">
            <a:avLst>
              <a:gd name="adj1" fmla="val 21289048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135" name="Arc 134">
            <a:extLst>
              <a:ext uri="{FF2B5EF4-FFF2-40B4-BE49-F238E27FC236}">
                <a16:creationId xmlns:a16="http://schemas.microsoft.com/office/drawing/2014/main" id="{872B5DAE-20A7-763E-6D80-5B3ADC04A3C1}"/>
              </a:ext>
            </a:extLst>
          </p:cNvPr>
          <p:cNvSpPr/>
          <p:nvPr/>
        </p:nvSpPr>
        <p:spPr>
          <a:xfrm rot="10800000" flipH="1">
            <a:off x="3118365" y="3449338"/>
            <a:ext cx="2678932" cy="413409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137" name="Arc 136">
            <a:extLst>
              <a:ext uri="{FF2B5EF4-FFF2-40B4-BE49-F238E27FC236}">
                <a16:creationId xmlns:a16="http://schemas.microsoft.com/office/drawing/2014/main" id="{46E9E0EB-AEF6-B0B8-9367-30241208C336}"/>
              </a:ext>
            </a:extLst>
          </p:cNvPr>
          <p:cNvSpPr/>
          <p:nvPr/>
        </p:nvSpPr>
        <p:spPr>
          <a:xfrm rot="10800000" flipH="1">
            <a:off x="3118367" y="3175724"/>
            <a:ext cx="2678935" cy="413409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6AFDDBF0-9535-234C-4A05-D44901EF9B43}"/>
              </a:ext>
            </a:extLst>
          </p:cNvPr>
          <p:cNvSpPr/>
          <p:nvPr/>
        </p:nvSpPr>
        <p:spPr>
          <a:xfrm>
            <a:off x="3685646" y="667511"/>
            <a:ext cx="1572153" cy="4114801"/>
          </a:xfrm>
          <a:custGeom>
            <a:avLst/>
            <a:gdLst>
              <a:gd name="csX0" fmla="*/ 0 w 1572153"/>
              <a:gd name="csY0" fmla="*/ 0 h 4114801"/>
              <a:gd name="csX1" fmla="*/ 1572153 w 1572153"/>
              <a:gd name="csY1" fmla="*/ 0 h 4114801"/>
              <a:gd name="csX2" fmla="*/ 1572153 w 1572153"/>
              <a:gd name="csY2" fmla="*/ 3191255 h 4114801"/>
              <a:gd name="csX3" fmla="*/ 1258668 w 1572153"/>
              <a:gd name="csY3" fmla="*/ 3191255 h 4114801"/>
              <a:gd name="csX4" fmla="*/ 1258668 w 1572153"/>
              <a:gd name="csY4" fmla="*/ 4114801 h 4114801"/>
              <a:gd name="csX5" fmla="*/ 338178 w 1572153"/>
              <a:gd name="csY5" fmla="*/ 4114801 h 4114801"/>
              <a:gd name="csX6" fmla="*/ 338178 w 1572153"/>
              <a:gd name="csY6" fmla="*/ 3191255 h 4114801"/>
              <a:gd name="csX7" fmla="*/ 0 w 1572153"/>
              <a:gd name="csY7" fmla="*/ 3191255 h 4114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72153" h="4114801">
                <a:moveTo>
                  <a:pt x="0" y="0"/>
                </a:moveTo>
                <a:lnTo>
                  <a:pt x="1572153" y="0"/>
                </a:lnTo>
                <a:lnTo>
                  <a:pt x="1572153" y="3191255"/>
                </a:lnTo>
                <a:lnTo>
                  <a:pt x="1258668" y="3191255"/>
                </a:lnTo>
                <a:lnTo>
                  <a:pt x="1258668" y="4114801"/>
                </a:lnTo>
                <a:lnTo>
                  <a:pt x="338178" y="4114801"/>
                </a:lnTo>
                <a:lnTo>
                  <a:pt x="338178" y="3191255"/>
                </a:lnTo>
                <a:lnTo>
                  <a:pt x="0" y="3191255"/>
                </a:lnTo>
                <a:close/>
              </a:path>
            </a:pathLst>
          </a:custGeom>
          <a:solidFill>
            <a:srgbClr val="8AAFC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0CD0D9C6-02B6-D840-547A-02FCF3799989}"/>
              </a:ext>
            </a:extLst>
          </p:cNvPr>
          <p:cNvSpPr/>
          <p:nvPr/>
        </p:nvSpPr>
        <p:spPr>
          <a:xfrm rot="10800000" flipH="1">
            <a:off x="3017521" y="667130"/>
            <a:ext cx="2898647" cy="4114800"/>
          </a:xfrm>
          <a:custGeom>
            <a:avLst/>
            <a:gdLst>
              <a:gd name="csX0" fmla="*/ 2240280 w 2898647"/>
              <a:gd name="csY0" fmla="*/ 4114800 h 4114800"/>
              <a:gd name="csX1" fmla="*/ 2587752 w 2898647"/>
              <a:gd name="csY1" fmla="*/ 4114800 h 4114800"/>
              <a:gd name="csX2" fmla="*/ 2587752 w 2898647"/>
              <a:gd name="csY2" fmla="*/ 2328704 h 4114800"/>
              <a:gd name="csX3" fmla="*/ 2898647 w 2898647"/>
              <a:gd name="csY3" fmla="*/ 2328704 h 4114800"/>
              <a:gd name="csX4" fmla="*/ 2898647 w 2898647"/>
              <a:gd name="csY4" fmla="*/ 1817423 h 4114800"/>
              <a:gd name="csX5" fmla="*/ 2587752 w 2898647"/>
              <a:gd name="csY5" fmla="*/ 1817423 h 4114800"/>
              <a:gd name="csX6" fmla="*/ 2587752 w 2898647"/>
              <a:gd name="csY6" fmla="*/ 1463040 h 4114800"/>
              <a:gd name="csX7" fmla="*/ 2587752 w 2898647"/>
              <a:gd name="csY7" fmla="*/ 914400 h 4114800"/>
              <a:gd name="csX8" fmla="*/ 2029968 w 2898647"/>
              <a:gd name="csY8" fmla="*/ 429768 h 4114800"/>
              <a:gd name="csX9" fmla="*/ 2029968 w 2898647"/>
              <a:gd name="csY9" fmla="*/ 0 h 4114800"/>
              <a:gd name="csX10" fmla="*/ 1865376 w 2898647"/>
              <a:gd name="csY10" fmla="*/ 0 h 4114800"/>
              <a:gd name="csX11" fmla="*/ 1865376 w 2898647"/>
              <a:gd name="csY11" fmla="*/ 914400 h 4114800"/>
              <a:gd name="csX12" fmla="*/ 2240280 w 2898647"/>
              <a:gd name="csY12" fmla="*/ 1483874 h 4114800"/>
              <a:gd name="csX13" fmla="*/ 320040 w 2898647"/>
              <a:gd name="csY13" fmla="*/ 4114800 h 4114800"/>
              <a:gd name="csX14" fmla="*/ 667512 w 2898647"/>
              <a:gd name="csY14" fmla="*/ 4114800 h 4114800"/>
              <a:gd name="csX15" fmla="*/ 667512 w 2898647"/>
              <a:gd name="csY15" fmla="*/ 1483874 h 4114800"/>
              <a:gd name="csX16" fmla="*/ 1042416 w 2898647"/>
              <a:gd name="csY16" fmla="*/ 914400 h 4114800"/>
              <a:gd name="csX17" fmla="*/ 1042416 w 2898647"/>
              <a:gd name="csY17" fmla="*/ 0 h 4114800"/>
              <a:gd name="csX18" fmla="*/ 877824 w 2898647"/>
              <a:gd name="csY18" fmla="*/ 0 h 4114800"/>
              <a:gd name="csX19" fmla="*/ 877824 w 2898647"/>
              <a:gd name="csY19" fmla="*/ 429768 h 4114800"/>
              <a:gd name="csX20" fmla="*/ 320040 w 2898647"/>
              <a:gd name="csY20" fmla="*/ 914400 h 4114800"/>
              <a:gd name="csX21" fmla="*/ 320040 w 2898647"/>
              <a:gd name="csY21" fmla="*/ 1463040 h 4114800"/>
              <a:gd name="csX22" fmla="*/ 320040 w 2898647"/>
              <a:gd name="csY22" fmla="*/ 1823298 h 4114800"/>
              <a:gd name="csX23" fmla="*/ 0 w 2898647"/>
              <a:gd name="csY23" fmla="*/ 1823298 h 4114800"/>
              <a:gd name="csX24" fmla="*/ 0 w 2898647"/>
              <a:gd name="csY24" fmla="*/ 2334579 h 4114800"/>
              <a:gd name="csX25" fmla="*/ 320040 w 2898647"/>
              <a:gd name="csY25" fmla="*/ 2334579 h 411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898647" h="4114800">
                <a:moveTo>
                  <a:pt x="2240280" y="4114800"/>
                </a:moveTo>
                <a:lnTo>
                  <a:pt x="2587752" y="4114800"/>
                </a:lnTo>
                <a:lnTo>
                  <a:pt x="2587752" y="2328704"/>
                </a:lnTo>
                <a:lnTo>
                  <a:pt x="2898647" y="2328704"/>
                </a:lnTo>
                <a:lnTo>
                  <a:pt x="2898647" y="1817423"/>
                </a:lnTo>
                <a:lnTo>
                  <a:pt x="2587752" y="1817423"/>
                </a:lnTo>
                <a:lnTo>
                  <a:pt x="2587752" y="1463040"/>
                </a:lnTo>
                <a:lnTo>
                  <a:pt x="2587752" y="914400"/>
                </a:lnTo>
                <a:lnTo>
                  <a:pt x="2029968" y="429768"/>
                </a:lnTo>
                <a:lnTo>
                  <a:pt x="2029968" y="0"/>
                </a:lnTo>
                <a:lnTo>
                  <a:pt x="1865376" y="0"/>
                </a:lnTo>
                <a:lnTo>
                  <a:pt x="1865376" y="914400"/>
                </a:lnTo>
                <a:lnTo>
                  <a:pt x="2240280" y="1483874"/>
                </a:lnTo>
                <a:close/>
                <a:moveTo>
                  <a:pt x="320040" y="4114800"/>
                </a:moveTo>
                <a:lnTo>
                  <a:pt x="667512" y="4114800"/>
                </a:lnTo>
                <a:lnTo>
                  <a:pt x="667512" y="1483874"/>
                </a:lnTo>
                <a:lnTo>
                  <a:pt x="1042416" y="914400"/>
                </a:lnTo>
                <a:lnTo>
                  <a:pt x="1042416" y="0"/>
                </a:lnTo>
                <a:lnTo>
                  <a:pt x="877824" y="0"/>
                </a:lnTo>
                <a:lnTo>
                  <a:pt x="877824" y="429768"/>
                </a:lnTo>
                <a:lnTo>
                  <a:pt x="320040" y="914400"/>
                </a:lnTo>
                <a:lnTo>
                  <a:pt x="320040" y="1463040"/>
                </a:lnTo>
                <a:lnTo>
                  <a:pt x="320040" y="1823298"/>
                </a:lnTo>
                <a:lnTo>
                  <a:pt x="0" y="1823298"/>
                </a:lnTo>
                <a:lnTo>
                  <a:pt x="0" y="2334579"/>
                </a:lnTo>
                <a:lnTo>
                  <a:pt x="320040" y="2334579"/>
                </a:lnTo>
                <a:close/>
              </a:path>
            </a:pathLst>
          </a:custGeom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297253-7805-AAEC-1366-C7BD60E28E23}"/>
              </a:ext>
            </a:extLst>
          </p:cNvPr>
          <p:cNvCxnSpPr/>
          <p:nvPr/>
        </p:nvCxnSpPr>
        <p:spPr>
          <a:xfrm flipH="1">
            <a:off x="3461343" y="5062135"/>
            <a:ext cx="274320" cy="914400"/>
          </a:xfrm>
          <a:prstGeom prst="line">
            <a:avLst/>
          </a:prstGeom>
          <a:ln w="6350">
            <a:solidFill>
              <a:srgbClr val="1048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E45A1B5-3876-7CB0-6C41-3613F7C53BA6}"/>
              </a:ext>
            </a:extLst>
          </p:cNvPr>
          <p:cNvCxnSpPr>
            <a:cxnSpLocks/>
          </p:cNvCxnSpPr>
          <p:nvPr/>
        </p:nvCxnSpPr>
        <p:spPr>
          <a:xfrm>
            <a:off x="5200434" y="5062135"/>
            <a:ext cx="274320" cy="914400"/>
          </a:xfrm>
          <a:prstGeom prst="line">
            <a:avLst/>
          </a:prstGeom>
          <a:ln w="6350">
            <a:solidFill>
              <a:srgbClr val="1048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FD35076-DBAE-26F6-76FF-D301BCECD352}"/>
              </a:ext>
            </a:extLst>
          </p:cNvPr>
          <p:cNvCxnSpPr>
            <a:cxnSpLocks/>
          </p:cNvCxnSpPr>
          <p:nvPr/>
        </p:nvCxnSpPr>
        <p:spPr>
          <a:xfrm flipH="1">
            <a:off x="3445435" y="4782312"/>
            <a:ext cx="638885" cy="118872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0C44A16-A394-140D-3E48-84218F72412D}"/>
              </a:ext>
            </a:extLst>
          </p:cNvPr>
          <p:cNvCxnSpPr>
            <a:cxnSpLocks/>
          </p:cNvCxnSpPr>
          <p:nvPr/>
        </p:nvCxnSpPr>
        <p:spPr>
          <a:xfrm>
            <a:off x="4844923" y="4782312"/>
            <a:ext cx="629831" cy="118872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0DBEF120-F669-7DF1-4694-9EAB3DB3CDF6}"/>
              </a:ext>
            </a:extLst>
          </p:cNvPr>
          <p:cNvSpPr/>
          <p:nvPr/>
        </p:nvSpPr>
        <p:spPr>
          <a:xfrm>
            <a:off x="3708230" y="768096"/>
            <a:ext cx="182880" cy="182880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435407C0-FEA0-13C9-C942-8BD0518823F7}"/>
              </a:ext>
            </a:extLst>
          </p:cNvPr>
          <p:cNvSpPr/>
          <p:nvPr/>
        </p:nvSpPr>
        <p:spPr>
          <a:xfrm flipH="1">
            <a:off x="3783419" y="1002947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26D6B9CC-2F86-ED03-E886-A9923F3B14CD}"/>
              </a:ext>
            </a:extLst>
          </p:cNvPr>
          <p:cNvSpPr/>
          <p:nvPr/>
        </p:nvSpPr>
        <p:spPr>
          <a:xfrm rot="10800000" flipH="1">
            <a:off x="3783421" y="1262194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B8697356-DE32-72CA-D3BB-6B255A428189}"/>
              </a:ext>
            </a:extLst>
          </p:cNvPr>
          <p:cNvSpPr/>
          <p:nvPr/>
        </p:nvSpPr>
        <p:spPr>
          <a:xfrm flipH="1">
            <a:off x="3783419" y="1262194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9ED90DE7-4A5D-A22D-9585-064A2CF12367}"/>
              </a:ext>
            </a:extLst>
          </p:cNvPr>
          <p:cNvSpPr/>
          <p:nvPr/>
        </p:nvSpPr>
        <p:spPr>
          <a:xfrm rot="10800000" flipH="1">
            <a:off x="3783421" y="1521440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EC28CCB9-7D92-F4D1-F751-150E83DD6835}"/>
              </a:ext>
            </a:extLst>
          </p:cNvPr>
          <p:cNvSpPr/>
          <p:nvPr/>
        </p:nvSpPr>
        <p:spPr>
          <a:xfrm flipH="1">
            <a:off x="3783419" y="1521440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369BA19E-F2D3-0124-A2B5-393A728F137F}"/>
              </a:ext>
            </a:extLst>
          </p:cNvPr>
          <p:cNvSpPr/>
          <p:nvPr/>
        </p:nvSpPr>
        <p:spPr>
          <a:xfrm rot="10800000" flipH="1">
            <a:off x="3783421" y="1780686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24D1ACBA-4BE6-B090-3056-48FAFCB0F06E}"/>
              </a:ext>
            </a:extLst>
          </p:cNvPr>
          <p:cNvSpPr/>
          <p:nvPr/>
        </p:nvSpPr>
        <p:spPr>
          <a:xfrm flipH="1">
            <a:off x="3783421" y="1780686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3EBFCBCB-2779-92D5-89FB-C64BCAEDE22A}"/>
              </a:ext>
            </a:extLst>
          </p:cNvPr>
          <p:cNvSpPr/>
          <p:nvPr/>
        </p:nvSpPr>
        <p:spPr>
          <a:xfrm rot="10800000" flipH="1">
            <a:off x="3783422" y="2039932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7B2F5541-15AF-534F-341F-96E2F0E9EEA6}"/>
              </a:ext>
            </a:extLst>
          </p:cNvPr>
          <p:cNvSpPr/>
          <p:nvPr/>
        </p:nvSpPr>
        <p:spPr>
          <a:xfrm flipH="1">
            <a:off x="3783421" y="2039932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47DA9552-B58F-226F-0E6F-836BFB652957}"/>
              </a:ext>
            </a:extLst>
          </p:cNvPr>
          <p:cNvSpPr/>
          <p:nvPr/>
        </p:nvSpPr>
        <p:spPr>
          <a:xfrm rot="10800000" flipH="1">
            <a:off x="3783422" y="2299179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2FBE753E-5B7F-4C2A-78A5-669989CB5B0E}"/>
              </a:ext>
            </a:extLst>
          </p:cNvPr>
          <p:cNvSpPr/>
          <p:nvPr/>
        </p:nvSpPr>
        <p:spPr>
          <a:xfrm flipH="1">
            <a:off x="3783422" y="2299177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D29220DA-1A5E-BF72-4B33-B0C59AD1D17E}"/>
              </a:ext>
            </a:extLst>
          </p:cNvPr>
          <p:cNvSpPr/>
          <p:nvPr/>
        </p:nvSpPr>
        <p:spPr>
          <a:xfrm rot="10800000" flipH="1">
            <a:off x="3783424" y="2558423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FBC71076-6AD9-5B6F-C5D5-85FECC2F7916}"/>
              </a:ext>
            </a:extLst>
          </p:cNvPr>
          <p:cNvSpPr/>
          <p:nvPr/>
        </p:nvSpPr>
        <p:spPr>
          <a:xfrm flipH="1">
            <a:off x="3783424" y="2558422"/>
            <a:ext cx="1375988" cy="650944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1C58E4F5-6473-36E3-2000-47A7E8A1ECA7}"/>
              </a:ext>
            </a:extLst>
          </p:cNvPr>
          <p:cNvSpPr/>
          <p:nvPr/>
        </p:nvSpPr>
        <p:spPr>
          <a:xfrm flipH="1">
            <a:off x="3783425" y="743701"/>
            <a:ext cx="1375988" cy="650943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6765C4DF-A9F0-B8EB-FB01-D3D7144CF213}"/>
              </a:ext>
            </a:extLst>
          </p:cNvPr>
          <p:cNvSpPr/>
          <p:nvPr/>
        </p:nvSpPr>
        <p:spPr>
          <a:xfrm rot="10800000" flipH="1">
            <a:off x="3783425" y="1002947"/>
            <a:ext cx="1375986" cy="391698"/>
          </a:xfrm>
          <a:prstGeom prst="arc">
            <a:avLst>
              <a:gd name="adj1" fmla="val 16200000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CBB23920-FB9E-AB52-155A-C2EE091A8B1B}"/>
              </a:ext>
            </a:extLst>
          </p:cNvPr>
          <p:cNvSpPr/>
          <p:nvPr/>
        </p:nvSpPr>
        <p:spPr>
          <a:xfrm rot="10800000" flipH="1">
            <a:off x="3783427" y="743703"/>
            <a:ext cx="1375988" cy="391698"/>
          </a:xfrm>
          <a:prstGeom prst="arc">
            <a:avLst>
              <a:gd name="adj1" fmla="val 10500636"/>
              <a:gd name="adj2" fmla="val 5427348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sz="1400">
              <a:latin typeface="Georgia" panose="02040502050405020303" pitchFamily="18" charset="0"/>
            </a:endParaRP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9552C482-ED7C-ACEC-40FA-87BA6F78B029}"/>
              </a:ext>
            </a:extLst>
          </p:cNvPr>
          <p:cNvCxnSpPr>
            <a:cxnSpLocks/>
          </p:cNvCxnSpPr>
          <p:nvPr/>
        </p:nvCxnSpPr>
        <p:spPr>
          <a:xfrm flipH="1">
            <a:off x="3242223" y="6015057"/>
            <a:ext cx="182880" cy="365760"/>
          </a:xfrm>
          <a:prstGeom prst="line">
            <a:avLst/>
          </a:prstGeom>
          <a:ln cap="rnd">
            <a:solidFill>
              <a:srgbClr val="10486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BB79A750-275D-732B-4C2B-813327D8A0FB}"/>
              </a:ext>
            </a:extLst>
          </p:cNvPr>
          <p:cNvCxnSpPr>
            <a:cxnSpLocks/>
          </p:cNvCxnSpPr>
          <p:nvPr/>
        </p:nvCxnSpPr>
        <p:spPr>
          <a:xfrm>
            <a:off x="5484912" y="6012350"/>
            <a:ext cx="182880" cy="365760"/>
          </a:xfrm>
          <a:prstGeom prst="line">
            <a:avLst/>
          </a:prstGeom>
          <a:ln cap="rnd">
            <a:solidFill>
              <a:srgbClr val="10486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353A7B6C-3F48-99DD-8968-510A04750D9B}"/>
              </a:ext>
            </a:extLst>
          </p:cNvPr>
          <p:cNvSpPr txBox="1"/>
          <p:nvPr/>
        </p:nvSpPr>
        <p:spPr>
          <a:xfrm>
            <a:off x="1020851" y="633396"/>
            <a:ext cx="128560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Fuel inlet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C79454E-5306-9382-C10D-697262FE58E2}"/>
              </a:ext>
            </a:extLst>
          </p:cNvPr>
          <p:cNvCxnSpPr>
            <a:cxnSpLocks/>
          </p:cNvCxnSpPr>
          <p:nvPr/>
        </p:nvCxnSpPr>
        <p:spPr>
          <a:xfrm>
            <a:off x="2346036" y="851952"/>
            <a:ext cx="138447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ED6C3626-F467-F4C1-52AE-EABF01B30238}"/>
              </a:ext>
            </a:extLst>
          </p:cNvPr>
          <p:cNvSpPr txBox="1"/>
          <p:nvPr/>
        </p:nvSpPr>
        <p:spPr>
          <a:xfrm>
            <a:off x="355471" y="2780570"/>
            <a:ext cx="1987724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400" dirty="0">
                <a:latin typeface="Georgia" panose="02040502050405020303" pitchFamily="18" charset="0"/>
              </a:rPr>
              <a:t>Liquid Oxygen</a:t>
            </a:r>
          </a:p>
          <a:p>
            <a:pPr algn="r"/>
            <a:r>
              <a:rPr lang="en-US" sz="2400" dirty="0">
                <a:latin typeface="Georgia" panose="02040502050405020303" pitchFamily="18" charset="0"/>
              </a:rPr>
              <a:t>inlet</a:t>
            </a:r>
            <a:endParaRPr lang="da-DK" sz="2400" dirty="0">
              <a:latin typeface="Georgia" panose="02040502050405020303" pitchFamily="18" charset="0"/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AEF0158C-95E9-D879-8CBF-93D439821DBC}"/>
              </a:ext>
            </a:extLst>
          </p:cNvPr>
          <p:cNvCxnSpPr>
            <a:cxnSpLocks/>
          </p:cNvCxnSpPr>
          <p:nvPr/>
        </p:nvCxnSpPr>
        <p:spPr>
          <a:xfrm>
            <a:off x="2346036" y="3128548"/>
            <a:ext cx="76664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373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63041-AA76-5D06-AF39-3678755C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41DB-9FF5-F5CF-3693-492BC7C0B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Nozzle geometries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93047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F1D1C0-34F1-EC2C-8E8C-D7134A3233CA}"/>
              </a:ext>
            </a:extLst>
          </p:cNvPr>
          <p:cNvSpPr/>
          <p:nvPr/>
        </p:nvSpPr>
        <p:spPr>
          <a:xfrm>
            <a:off x="2657995" y="895351"/>
            <a:ext cx="193963" cy="878031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EB1789-F77A-B11A-FD25-07A061E6B592}"/>
              </a:ext>
            </a:extLst>
          </p:cNvPr>
          <p:cNvSpPr/>
          <p:nvPr/>
        </p:nvSpPr>
        <p:spPr>
          <a:xfrm>
            <a:off x="3055159" y="895350"/>
            <a:ext cx="193963" cy="878031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2EF3575-2B74-D70A-6482-D14FA2881924}"/>
              </a:ext>
            </a:extLst>
          </p:cNvPr>
          <p:cNvSpPr/>
          <p:nvPr/>
        </p:nvSpPr>
        <p:spPr>
          <a:xfrm flipV="1">
            <a:off x="1989690" y="1162332"/>
            <a:ext cx="614964" cy="473888"/>
          </a:xfrm>
          <a:custGeom>
            <a:avLst/>
            <a:gdLst>
              <a:gd name="csX0" fmla="*/ 0 w 614964"/>
              <a:gd name="csY0" fmla="*/ 473888 h 473888"/>
              <a:gd name="csX1" fmla="*/ 583773 w 614964"/>
              <a:gd name="csY1" fmla="*/ 473888 h 473888"/>
              <a:gd name="csX2" fmla="*/ 614963 w 614964"/>
              <a:gd name="csY2" fmla="*/ 379108 h 473888"/>
              <a:gd name="csX3" fmla="*/ 614963 w 614964"/>
              <a:gd name="csY3" fmla="*/ 346867 h 473888"/>
              <a:gd name="csX4" fmla="*/ 614964 w 614964"/>
              <a:gd name="csY4" fmla="*/ 346867 h 473888"/>
              <a:gd name="csX5" fmla="*/ 614964 w 614964"/>
              <a:gd name="csY5" fmla="*/ 258825 h 473888"/>
              <a:gd name="csX6" fmla="*/ 583774 w 614964"/>
              <a:gd name="csY6" fmla="*/ 0 h 473888"/>
              <a:gd name="csX7" fmla="*/ 1 w 614964"/>
              <a:gd name="csY7" fmla="*/ 0 h 473888"/>
              <a:gd name="csX8" fmla="*/ 1 w 614964"/>
              <a:gd name="csY8" fmla="*/ 346867 h 473888"/>
              <a:gd name="csX9" fmla="*/ 0 w 614964"/>
              <a:gd name="csY9" fmla="*/ 346867 h 473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14964" h="473888">
                <a:moveTo>
                  <a:pt x="0" y="473888"/>
                </a:moveTo>
                <a:lnTo>
                  <a:pt x="583773" y="473888"/>
                </a:lnTo>
                <a:lnTo>
                  <a:pt x="614963" y="379108"/>
                </a:lnTo>
                <a:lnTo>
                  <a:pt x="614963" y="346867"/>
                </a:lnTo>
                <a:lnTo>
                  <a:pt x="614964" y="346867"/>
                </a:lnTo>
                <a:lnTo>
                  <a:pt x="614964" y="258825"/>
                </a:lnTo>
                <a:lnTo>
                  <a:pt x="583774" y="0"/>
                </a:lnTo>
                <a:lnTo>
                  <a:pt x="1" y="0"/>
                </a:lnTo>
                <a:lnTo>
                  <a:pt x="1" y="346867"/>
                </a:lnTo>
                <a:lnTo>
                  <a:pt x="0" y="346867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0D319B2-2DF8-FBCE-37F3-40C9C62C0E90}"/>
              </a:ext>
            </a:extLst>
          </p:cNvPr>
          <p:cNvSpPr/>
          <p:nvPr/>
        </p:nvSpPr>
        <p:spPr>
          <a:xfrm>
            <a:off x="2196824" y="904874"/>
            <a:ext cx="417353" cy="223837"/>
          </a:xfrm>
          <a:custGeom>
            <a:avLst/>
            <a:gdLst>
              <a:gd name="csX0" fmla="*/ 0 w 369094"/>
              <a:gd name="csY0" fmla="*/ 0 h 178594"/>
              <a:gd name="csX1" fmla="*/ 114300 w 369094"/>
              <a:gd name="csY1" fmla="*/ 21431 h 178594"/>
              <a:gd name="csX2" fmla="*/ 240507 w 369094"/>
              <a:gd name="csY2" fmla="*/ 73819 h 178594"/>
              <a:gd name="csX3" fmla="*/ 347663 w 369094"/>
              <a:gd name="csY3" fmla="*/ 150019 h 178594"/>
              <a:gd name="csX4" fmla="*/ 369094 w 369094"/>
              <a:gd name="csY4" fmla="*/ 178594 h 17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9094" h="178594">
                <a:moveTo>
                  <a:pt x="0" y="0"/>
                </a:moveTo>
                <a:cubicBezTo>
                  <a:pt x="37108" y="4564"/>
                  <a:pt x="74216" y="9128"/>
                  <a:pt x="114300" y="21431"/>
                </a:cubicBezTo>
                <a:cubicBezTo>
                  <a:pt x="154384" y="33734"/>
                  <a:pt x="201613" y="52388"/>
                  <a:pt x="240507" y="73819"/>
                </a:cubicBezTo>
                <a:cubicBezTo>
                  <a:pt x="279401" y="95250"/>
                  <a:pt x="326232" y="132556"/>
                  <a:pt x="347663" y="150019"/>
                </a:cubicBezTo>
                <a:cubicBezTo>
                  <a:pt x="369094" y="167482"/>
                  <a:pt x="369094" y="173038"/>
                  <a:pt x="369094" y="178594"/>
                </a:cubicBezTo>
              </a:path>
            </a:pathLst>
          </a:cu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8439790-BCC1-2788-22CB-DD0070FB9B08}"/>
              </a:ext>
            </a:extLst>
          </p:cNvPr>
          <p:cNvGrpSpPr/>
          <p:nvPr/>
        </p:nvGrpSpPr>
        <p:grpSpPr>
          <a:xfrm>
            <a:off x="2657636" y="1838273"/>
            <a:ext cx="210328" cy="643129"/>
            <a:chOff x="3826663" y="1838273"/>
            <a:chExt cx="210328" cy="64312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37ED6B-2669-ABEC-812E-85FF7F61DCA6}"/>
                </a:ext>
              </a:extLst>
            </p:cNvPr>
            <p:cNvSpPr/>
            <p:nvPr/>
          </p:nvSpPr>
          <p:spPr>
            <a:xfrm>
              <a:off x="3826663" y="1838273"/>
              <a:ext cx="210328" cy="643129"/>
            </a:xfrm>
            <a:custGeom>
              <a:avLst/>
              <a:gdLst>
                <a:gd name="csX0" fmla="*/ 188125 w 210328"/>
                <a:gd name="csY0" fmla="*/ 50058 h 643129"/>
                <a:gd name="csX1" fmla="*/ 185743 w 210328"/>
                <a:gd name="csY1" fmla="*/ 642990 h 643129"/>
                <a:gd name="csX2" fmla="*/ 6 w 210328"/>
                <a:gd name="csY2" fmla="*/ 104827 h 643129"/>
                <a:gd name="csX3" fmla="*/ 188125 w 210328"/>
                <a:gd name="csY3" fmla="*/ 50058 h 643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0328" h="643129">
                  <a:moveTo>
                    <a:pt x="188125" y="50058"/>
                  </a:moveTo>
                  <a:cubicBezTo>
                    <a:pt x="219081" y="139752"/>
                    <a:pt x="217096" y="633862"/>
                    <a:pt x="185743" y="642990"/>
                  </a:cubicBezTo>
                  <a:cubicBezTo>
                    <a:pt x="154390" y="652118"/>
                    <a:pt x="1196" y="210793"/>
                    <a:pt x="6" y="104827"/>
                  </a:cubicBezTo>
                  <a:cubicBezTo>
                    <a:pt x="-1185" y="-1139"/>
                    <a:pt x="157169" y="-39636"/>
                    <a:pt x="188125" y="50058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5585932-8C18-AA37-9177-6FBB1C9FF1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5116" y="2121693"/>
              <a:ext cx="0" cy="318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7C22AFF-559C-9ED6-FABF-1EA4BF9D94EB}"/>
                </a:ext>
              </a:extLst>
            </p:cNvPr>
            <p:cNvCxnSpPr>
              <a:cxnSpLocks/>
            </p:cNvCxnSpPr>
            <p:nvPr/>
          </p:nvCxnSpPr>
          <p:spPr>
            <a:xfrm>
              <a:off x="3876675" y="2153501"/>
              <a:ext cx="13846" cy="3684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837E4D3-28C8-1F25-D6AD-B3748B6B2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1501" y="1840705"/>
              <a:ext cx="50892" cy="2313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Arrow: Down 41">
            <a:extLst>
              <a:ext uri="{FF2B5EF4-FFF2-40B4-BE49-F238E27FC236}">
                <a16:creationId xmlns:a16="http://schemas.microsoft.com/office/drawing/2014/main" id="{5D5D409E-8892-3702-CD3C-896B7E2FF1FF}"/>
              </a:ext>
            </a:extLst>
          </p:cNvPr>
          <p:cNvSpPr/>
          <p:nvPr/>
        </p:nvSpPr>
        <p:spPr>
          <a:xfrm>
            <a:off x="2869257" y="755650"/>
            <a:ext cx="167790" cy="1017731"/>
          </a:xfrm>
          <a:prstGeom prst="downArrow">
            <a:avLst>
              <a:gd name="adj1" fmla="val 50000"/>
              <a:gd name="adj2" fmla="val 110205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FF0000">
                  <a:alpha val="60000"/>
                </a:srgb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FEED98D-47C4-EF75-762D-A317829D75EE}"/>
              </a:ext>
            </a:extLst>
          </p:cNvPr>
          <p:cNvSpPr/>
          <p:nvPr/>
        </p:nvSpPr>
        <p:spPr>
          <a:xfrm>
            <a:off x="2172401" y="1803511"/>
            <a:ext cx="314786" cy="318182"/>
          </a:xfrm>
          <a:custGeom>
            <a:avLst/>
            <a:gdLst>
              <a:gd name="csX0" fmla="*/ 0 w 369094"/>
              <a:gd name="csY0" fmla="*/ 0 h 178594"/>
              <a:gd name="csX1" fmla="*/ 114300 w 369094"/>
              <a:gd name="csY1" fmla="*/ 21431 h 178594"/>
              <a:gd name="csX2" fmla="*/ 240507 w 369094"/>
              <a:gd name="csY2" fmla="*/ 73819 h 178594"/>
              <a:gd name="csX3" fmla="*/ 347663 w 369094"/>
              <a:gd name="csY3" fmla="*/ 150019 h 178594"/>
              <a:gd name="csX4" fmla="*/ 369094 w 369094"/>
              <a:gd name="csY4" fmla="*/ 178594 h 17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9094" h="178594">
                <a:moveTo>
                  <a:pt x="0" y="0"/>
                </a:moveTo>
                <a:cubicBezTo>
                  <a:pt x="37108" y="4564"/>
                  <a:pt x="74216" y="9128"/>
                  <a:pt x="114300" y="21431"/>
                </a:cubicBezTo>
                <a:cubicBezTo>
                  <a:pt x="154384" y="33734"/>
                  <a:pt x="201613" y="52388"/>
                  <a:pt x="240507" y="73819"/>
                </a:cubicBezTo>
                <a:cubicBezTo>
                  <a:pt x="279401" y="95250"/>
                  <a:pt x="326232" y="132556"/>
                  <a:pt x="347663" y="150019"/>
                </a:cubicBezTo>
                <a:cubicBezTo>
                  <a:pt x="369094" y="167482"/>
                  <a:pt x="369094" y="173038"/>
                  <a:pt x="369094" y="178594"/>
                </a:cubicBezTo>
              </a:path>
            </a:pathLst>
          </a:cu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1F9DBA6-88BB-BA72-55A2-1E0CCBAE78E1}"/>
              </a:ext>
            </a:extLst>
          </p:cNvPr>
          <p:cNvSpPr/>
          <p:nvPr/>
        </p:nvSpPr>
        <p:spPr>
          <a:xfrm flipH="1" flipV="1">
            <a:off x="3304434" y="1162332"/>
            <a:ext cx="614963" cy="473888"/>
          </a:xfrm>
          <a:custGeom>
            <a:avLst/>
            <a:gdLst>
              <a:gd name="csX0" fmla="*/ 0 w 614964"/>
              <a:gd name="csY0" fmla="*/ 473888 h 473888"/>
              <a:gd name="csX1" fmla="*/ 583773 w 614964"/>
              <a:gd name="csY1" fmla="*/ 473888 h 473888"/>
              <a:gd name="csX2" fmla="*/ 614963 w 614964"/>
              <a:gd name="csY2" fmla="*/ 379108 h 473888"/>
              <a:gd name="csX3" fmla="*/ 614963 w 614964"/>
              <a:gd name="csY3" fmla="*/ 346867 h 473888"/>
              <a:gd name="csX4" fmla="*/ 614964 w 614964"/>
              <a:gd name="csY4" fmla="*/ 346867 h 473888"/>
              <a:gd name="csX5" fmla="*/ 614964 w 614964"/>
              <a:gd name="csY5" fmla="*/ 258825 h 473888"/>
              <a:gd name="csX6" fmla="*/ 583774 w 614964"/>
              <a:gd name="csY6" fmla="*/ 0 h 473888"/>
              <a:gd name="csX7" fmla="*/ 1 w 614964"/>
              <a:gd name="csY7" fmla="*/ 0 h 473888"/>
              <a:gd name="csX8" fmla="*/ 1 w 614964"/>
              <a:gd name="csY8" fmla="*/ 346867 h 473888"/>
              <a:gd name="csX9" fmla="*/ 0 w 614964"/>
              <a:gd name="csY9" fmla="*/ 346867 h 473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14964" h="473888">
                <a:moveTo>
                  <a:pt x="0" y="473888"/>
                </a:moveTo>
                <a:lnTo>
                  <a:pt x="583773" y="473888"/>
                </a:lnTo>
                <a:lnTo>
                  <a:pt x="614963" y="379108"/>
                </a:lnTo>
                <a:lnTo>
                  <a:pt x="614963" y="346867"/>
                </a:lnTo>
                <a:lnTo>
                  <a:pt x="614964" y="346867"/>
                </a:lnTo>
                <a:lnTo>
                  <a:pt x="614964" y="258825"/>
                </a:lnTo>
                <a:lnTo>
                  <a:pt x="583774" y="0"/>
                </a:lnTo>
                <a:lnTo>
                  <a:pt x="1" y="0"/>
                </a:lnTo>
                <a:lnTo>
                  <a:pt x="1" y="346867"/>
                </a:lnTo>
                <a:lnTo>
                  <a:pt x="0" y="346867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C3B9503-8B30-C01F-28C8-AD99FC734FED}"/>
              </a:ext>
            </a:extLst>
          </p:cNvPr>
          <p:cNvSpPr/>
          <p:nvPr/>
        </p:nvSpPr>
        <p:spPr>
          <a:xfrm>
            <a:off x="2563135" y="1657350"/>
            <a:ext cx="250810" cy="1190625"/>
          </a:xfrm>
          <a:custGeom>
            <a:avLst/>
            <a:gdLst>
              <a:gd name="csX0" fmla="*/ 19094 w 300081"/>
              <a:gd name="csY0" fmla="*/ 0 h 1190625"/>
              <a:gd name="csX1" fmla="*/ 44 w 300081"/>
              <a:gd name="csY1" fmla="*/ 371475 h 1190625"/>
              <a:gd name="csX2" fmla="*/ 23856 w 300081"/>
              <a:gd name="csY2" fmla="*/ 585788 h 1190625"/>
              <a:gd name="csX3" fmla="*/ 85769 w 300081"/>
              <a:gd name="csY3" fmla="*/ 766763 h 1190625"/>
              <a:gd name="csX4" fmla="*/ 185781 w 300081"/>
              <a:gd name="csY4" fmla="*/ 923925 h 1190625"/>
              <a:gd name="csX5" fmla="*/ 281031 w 300081"/>
              <a:gd name="csY5" fmla="*/ 1095375 h 1190625"/>
              <a:gd name="csX6" fmla="*/ 300081 w 300081"/>
              <a:gd name="csY6" fmla="*/ 1190625 h 1190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00081" h="1190625">
                <a:moveTo>
                  <a:pt x="19094" y="0"/>
                </a:moveTo>
                <a:cubicBezTo>
                  <a:pt x="9172" y="136922"/>
                  <a:pt x="-750" y="273844"/>
                  <a:pt x="44" y="371475"/>
                </a:cubicBezTo>
                <a:cubicBezTo>
                  <a:pt x="838" y="469106"/>
                  <a:pt x="9569" y="519907"/>
                  <a:pt x="23856" y="585788"/>
                </a:cubicBezTo>
                <a:cubicBezTo>
                  <a:pt x="38143" y="651669"/>
                  <a:pt x="58782" y="710407"/>
                  <a:pt x="85769" y="766763"/>
                </a:cubicBezTo>
                <a:cubicBezTo>
                  <a:pt x="112756" y="823119"/>
                  <a:pt x="153237" y="869156"/>
                  <a:pt x="185781" y="923925"/>
                </a:cubicBezTo>
                <a:cubicBezTo>
                  <a:pt x="218325" y="978694"/>
                  <a:pt x="261981" y="1050925"/>
                  <a:pt x="281031" y="1095375"/>
                </a:cubicBezTo>
                <a:cubicBezTo>
                  <a:pt x="300081" y="1139825"/>
                  <a:pt x="300081" y="1165225"/>
                  <a:pt x="300081" y="1190625"/>
                </a:cubicBezTo>
              </a:path>
            </a:pathLst>
          </a:cu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0856208-48BF-4F12-D62A-B3F6D9E2842A}"/>
              </a:ext>
            </a:extLst>
          </p:cNvPr>
          <p:cNvSpPr/>
          <p:nvPr/>
        </p:nvSpPr>
        <p:spPr>
          <a:xfrm flipH="1">
            <a:off x="3100316" y="1657350"/>
            <a:ext cx="250812" cy="1190625"/>
          </a:xfrm>
          <a:custGeom>
            <a:avLst/>
            <a:gdLst>
              <a:gd name="csX0" fmla="*/ 19094 w 300081"/>
              <a:gd name="csY0" fmla="*/ 0 h 1190625"/>
              <a:gd name="csX1" fmla="*/ 44 w 300081"/>
              <a:gd name="csY1" fmla="*/ 371475 h 1190625"/>
              <a:gd name="csX2" fmla="*/ 23856 w 300081"/>
              <a:gd name="csY2" fmla="*/ 585788 h 1190625"/>
              <a:gd name="csX3" fmla="*/ 85769 w 300081"/>
              <a:gd name="csY3" fmla="*/ 766763 h 1190625"/>
              <a:gd name="csX4" fmla="*/ 185781 w 300081"/>
              <a:gd name="csY4" fmla="*/ 923925 h 1190625"/>
              <a:gd name="csX5" fmla="*/ 281031 w 300081"/>
              <a:gd name="csY5" fmla="*/ 1095375 h 1190625"/>
              <a:gd name="csX6" fmla="*/ 300081 w 300081"/>
              <a:gd name="csY6" fmla="*/ 1190625 h 1190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00081" h="1190625">
                <a:moveTo>
                  <a:pt x="19094" y="0"/>
                </a:moveTo>
                <a:cubicBezTo>
                  <a:pt x="9172" y="136922"/>
                  <a:pt x="-750" y="273844"/>
                  <a:pt x="44" y="371475"/>
                </a:cubicBezTo>
                <a:cubicBezTo>
                  <a:pt x="838" y="469106"/>
                  <a:pt x="9569" y="519907"/>
                  <a:pt x="23856" y="585788"/>
                </a:cubicBezTo>
                <a:cubicBezTo>
                  <a:pt x="38143" y="651669"/>
                  <a:pt x="58782" y="710407"/>
                  <a:pt x="85769" y="766763"/>
                </a:cubicBezTo>
                <a:cubicBezTo>
                  <a:pt x="112756" y="823119"/>
                  <a:pt x="153237" y="869156"/>
                  <a:pt x="185781" y="923925"/>
                </a:cubicBezTo>
                <a:cubicBezTo>
                  <a:pt x="218325" y="978694"/>
                  <a:pt x="261981" y="1050925"/>
                  <a:pt x="281031" y="1095375"/>
                </a:cubicBezTo>
                <a:cubicBezTo>
                  <a:pt x="300081" y="1139825"/>
                  <a:pt x="300081" y="1165225"/>
                  <a:pt x="300081" y="1190625"/>
                </a:cubicBezTo>
              </a:path>
            </a:pathLst>
          </a:cu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0A62FE4-DA63-96F9-DB8D-9B229FCF345C}"/>
              </a:ext>
            </a:extLst>
          </p:cNvPr>
          <p:cNvGrpSpPr/>
          <p:nvPr/>
        </p:nvGrpSpPr>
        <p:grpSpPr>
          <a:xfrm flipH="1">
            <a:off x="3032779" y="1838273"/>
            <a:ext cx="210312" cy="643129"/>
            <a:chOff x="3826663" y="1838273"/>
            <a:chExt cx="210328" cy="643129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FE2BE73-D5E8-BF3E-401B-AB015F656074}"/>
                </a:ext>
              </a:extLst>
            </p:cNvPr>
            <p:cNvSpPr/>
            <p:nvPr/>
          </p:nvSpPr>
          <p:spPr>
            <a:xfrm>
              <a:off x="3826663" y="1838273"/>
              <a:ext cx="210328" cy="643129"/>
            </a:xfrm>
            <a:custGeom>
              <a:avLst/>
              <a:gdLst>
                <a:gd name="csX0" fmla="*/ 188125 w 210328"/>
                <a:gd name="csY0" fmla="*/ 50058 h 643129"/>
                <a:gd name="csX1" fmla="*/ 185743 w 210328"/>
                <a:gd name="csY1" fmla="*/ 642990 h 643129"/>
                <a:gd name="csX2" fmla="*/ 6 w 210328"/>
                <a:gd name="csY2" fmla="*/ 104827 h 643129"/>
                <a:gd name="csX3" fmla="*/ 188125 w 210328"/>
                <a:gd name="csY3" fmla="*/ 50058 h 643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0328" h="643129">
                  <a:moveTo>
                    <a:pt x="188125" y="50058"/>
                  </a:moveTo>
                  <a:cubicBezTo>
                    <a:pt x="219081" y="139752"/>
                    <a:pt x="217096" y="633862"/>
                    <a:pt x="185743" y="642990"/>
                  </a:cubicBezTo>
                  <a:cubicBezTo>
                    <a:pt x="154390" y="652118"/>
                    <a:pt x="1196" y="210793"/>
                    <a:pt x="6" y="104827"/>
                  </a:cubicBezTo>
                  <a:cubicBezTo>
                    <a:pt x="-1185" y="-1139"/>
                    <a:pt x="157169" y="-39636"/>
                    <a:pt x="188125" y="50058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F272405-E8D1-989A-0A73-EB76E082D4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5116" y="2121693"/>
              <a:ext cx="0" cy="318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A77EE16-9309-EDB1-57AF-2A00936442B0}"/>
                </a:ext>
              </a:extLst>
            </p:cNvPr>
            <p:cNvCxnSpPr>
              <a:cxnSpLocks/>
            </p:cNvCxnSpPr>
            <p:nvPr/>
          </p:nvCxnSpPr>
          <p:spPr>
            <a:xfrm>
              <a:off x="3876675" y="2153501"/>
              <a:ext cx="13846" cy="3684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7C02B84-8A62-29DF-DA2F-5AF2178B7F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1501" y="1840705"/>
              <a:ext cx="50892" cy="2313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5F350E5-9F89-46AB-6689-8ADC049ED7D5}"/>
              </a:ext>
            </a:extLst>
          </p:cNvPr>
          <p:cNvSpPr/>
          <p:nvPr/>
        </p:nvSpPr>
        <p:spPr>
          <a:xfrm flipH="1">
            <a:off x="3428180" y="1803511"/>
            <a:ext cx="323078" cy="318182"/>
          </a:xfrm>
          <a:custGeom>
            <a:avLst/>
            <a:gdLst>
              <a:gd name="csX0" fmla="*/ 0 w 369094"/>
              <a:gd name="csY0" fmla="*/ 0 h 178594"/>
              <a:gd name="csX1" fmla="*/ 114300 w 369094"/>
              <a:gd name="csY1" fmla="*/ 21431 h 178594"/>
              <a:gd name="csX2" fmla="*/ 240507 w 369094"/>
              <a:gd name="csY2" fmla="*/ 73819 h 178594"/>
              <a:gd name="csX3" fmla="*/ 347663 w 369094"/>
              <a:gd name="csY3" fmla="*/ 150019 h 178594"/>
              <a:gd name="csX4" fmla="*/ 369094 w 369094"/>
              <a:gd name="csY4" fmla="*/ 178594 h 17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9094" h="178594">
                <a:moveTo>
                  <a:pt x="0" y="0"/>
                </a:moveTo>
                <a:cubicBezTo>
                  <a:pt x="37108" y="4564"/>
                  <a:pt x="74216" y="9128"/>
                  <a:pt x="114300" y="21431"/>
                </a:cubicBezTo>
                <a:cubicBezTo>
                  <a:pt x="154384" y="33734"/>
                  <a:pt x="201613" y="52388"/>
                  <a:pt x="240507" y="73819"/>
                </a:cubicBezTo>
                <a:cubicBezTo>
                  <a:pt x="279401" y="95250"/>
                  <a:pt x="326232" y="132556"/>
                  <a:pt x="347663" y="150019"/>
                </a:cubicBezTo>
                <a:cubicBezTo>
                  <a:pt x="369094" y="167482"/>
                  <a:pt x="369094" y="173038"/>
                  <a:pt x="369094" y="178594"/>
                </a:cubicBezTo>
              </a:path>
            </a:pathLst>
          </a:cu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FEB6173-5DCB-60C4-CE79-019C01EDB645}"/>
              </a:ext>
            </a:extLst>
          </p:cNvPr>
          <p:cNvSpPr/>
          <p:nvPr/>
        </p:nvSpPr>
        <p:spPr>
          <a:xfrm flipH="1">
            <a:off x="3296451" y="904873"/>
            <a:ext cx="417353" cy="223837"/>
          </a:xfrm>
          <a:custGeom>
            <a:avLst/>
            <a:gdLst>
              <a:gd name="csX0" fmla="*/ 0 w 369094"/>
              <a:gd name="csY0" fmla="*/ 0 h 178594"/>
              <a:gd name="csX1" fmla="*/ 114300 w 369094"/>
              <a:gd name="csY1" fmla="*/ 21431 h 178594"/>
              <a:gd name="csX2" fmla="*/ 240507 w 369094"/>
              <a:gd name="csY2" fmla="*/ 73819 h 178594"/>
              <a:gd name="csX3" fmla="*/ 347663 w 369094"/>
              <a:gd name="csY3" fmla="*/ 150019 h 178594"/>
              <a:gd name="csX4" fmla="*/ 369094 w 369094"/>
              <a:gd name="csY4" fmla="*/ 178594 h 17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9094" h="178594">
                <a:moveTo>
                  <a:pt x="0" y="0"/>
                </a:moveTo>
                <a:cubicBezTo>
                  <a:pt x="37108" y="4564"/>
                  <a:pt x="74216" y="9128"/>
                  <a:pt x="114300" y="21431"/>
                </a:cubicBezTo>
                <a:cubicBezTo>
                  <a:pt x="154384" y="33734"/>
                  <a:pt x="201613" y="52388"/>
                  <a:pt x="240507" y="73819"/>
                </a:cubicBezTo>
                <a:cubicBezTo>
                  <a:pt x="279401" y="95250"/>
                  <a:pt x="326232" y="132556"/>
                  <a:pt x="347663" y="150019"/>
                </a:cubicBezTo>
                <a:cubicBezTo>
                  <a:pt x="369094" y="167482"/>
                  <a:pt x="369094" y="173038"/>
                  <a:pt x="369094" y="178594"/>
                </a:cubicBezTo>
              </a:path>
            </a:pathLst>
          </a:cu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D7AD87-8C77-CA19-0592-07D17E24A8C8}"/>
              </a:ext>
            </a:extLst>
          </p:cNvPr>
          <p:cNvSpPr txBox="1"/>
          <p:nvPr/>
        </p:nvSpPr>
        <p:spPr>
          <a:xfrm>
            <a:off x="743992" y="244692"/>
            <a:ext cx="85921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Metal inlet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601EC86-028B-74BC-0A84-2E6D0FD176E5}"/>
              </a:ext>
            </a:extLst>
          </p:cNvPr>
          <p:cNvCxnSpPr>
            <a:cxnSpLocks/>
          </p:cNvCxnSpPr>
          <p:nvPr/>
        </p:nvCxnSpPr>
        <p:spPr>
          <a:xfrm>
            <a:off x="1933999" y="364784"/>
            <a:ext cx="976166" cy="41274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188A1F0-A57F-9981-F734-B531763BDDDC}"/>
              </a:ext>
            </a:extLst>
          </p:cNvPr>
          <p:cNvSpPr txBox="1"/>
          <p:nvPr/>
        </p:nvSpPr>
        <p:spPr>
          <a:xfrm>
            <a:off x="692696" y="463100"/>
            <a:ext cx="91050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Melt nozzle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4EA885-10FC-81CF-E6A2-488477FDCCB8}"/>
              </a:ext>
            </a:extLst>
          </p:cNvPr>
          <p:cNvSpPr txBox="1"/>
          <p:nvPr/>
        </p:nvSpPr>
        <p:spPr>
          <a:xfrm>
            <a:off x="763228" y="1098578"/>
            <a:ext cx="8399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Gas nozzle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B1A68E-62DC-B73F-EEA5-B9BCFA4E05B6}"/>
              </a:ext>
            </a:extLst>
          </p:cNvPr>
          <p:cNvSpPr txBox="1"/>
          <p:nvPr/>
        </p:nvSpPr>
        <p:spPr>
          <a:xfrm>
            <a:off x="952383" y="2128072"/>
            <a:ext cx="65081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Vortices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4C9F21-67D6-C8C1-B3C4-03078A5D6C34}"/>
              </a:ext>
            </a:extLst>
          </p:cNvPr>
          <p:cNvSpPr txBox="1"/>
          <p:nvPr/>
        </p:nvSpPr>
        <p:spPr>
          <a:xfrm>
            <a:off x="582089" y="1829413"/>
            <a:ext cx="102111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Entrainment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CA10E7E-DE75-6C4F-C454-8CF60C7942F9}"/>
              </a:ext>
            </a:extLst>
          </p:cNvPr>
          <p:cNvCxnSpPr>
            <a:cxnSpLocks/>
          </p:cNvCxnSpPr>
          <p:nvPr/>
        </p:nvCxnSpPr>
        <p:spPr>
          <a:xfrm flipH="1">
            <a:off x="2611004" y="1568099"/>
            <a:ext cx="15328" cy="205282"/>
          </a:xfrm>
          <a:prstGeom prst="straightConnector1">
            <a:avLst/>
          </a:pr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43B5FE1-7D5C-101B-C1C2-0019C9B214C7}"/>
              </a:ext>
            </a:extLst>
          </p:cNvPr>
          <p:cNvCxnSpPr>
            <a:cxnSpLocks/>
          </p:cNvCxnSpPr>
          <p:nvPr/>
        </p:nvCxnSpPr>
        <p:spPr>
          <a:xfrm>
            <a:off x="3281837" y="1568099"/>
            <a:ext cx="18288" cy="205282"/>
          </a:xfrm>
          <a:prstGeom prst="straightConnector1">
            <a:avLst/>
          </a:pr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7582B488-0E9D-5222-090C-A5BF2CA0A9D8}"/>
              </a:ext>
            </a:extLst>
          </p:cNvPr>
          <p:cNvSpPr txBox="1"/>
          <p:nvPr/>
        </p:nvSpPr>
        <p:spPr>
          <a:xfrm>
            <a:off x="1067799" y="1599849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&gt;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40174C-84D5-FCAF-5C4E-5F3ABAB8119D}"/>
              </a:ext>
            </a:extLst>
          </p:cNvPr>
          <p:cNvSpPr txBox="1"/>
          <p:nvPr/>
        </p:nvSpPr>
        <p:spPr>
          <a:xfrm>
            <a:off x="901087" y="685678"/>
            <a:ext cx="70211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Gaz inlet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60D2014-D6AD-0023-08CD-A420DB76E0A2}"/>
              </a:ext>
            </a:extLst>
          </p:cNvPr>
          <p:cNvCxnSpPr>
            <a:cxnSpLocks/>
          </p:cNvCxnSpPr>
          <p:nvPr/>
        </p:nvCxnSpPr>
        <p:spPr>
          <a:xfrm>
            <a:off x="1633473" y="364784"/>
            <a:ext cx="300526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BA5F52E-1DDE-AC36-A670-30B24E0BFADF}"/>
              </a:ext>
            </a:extLst>
          </p:cNvPr>
          <p:cNvCxnSpPr>
            <a:cxnSpLocks/>
          </p:cNvCxnSpPr>
          <p:nvPr/>
        </p:nvCxnSpPr>
        <p:spPr>
          <a:xfrm>
            <a:off x="1931249" y="583687"/>
            <a:ext cx="726099" cy="31091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0AA5616-53BC-EB2A-8969-603F1F358B6C}"/>
              </a:ext>
            </a:extLst>
          </p:cNvPr>
          <p:cNvCxnSpPr>
            <a:cxnSpLocks/>
          </p:cNvCxnSpPr>
          <p:nvPr/>
        </p:nvCxnSpPr>
        <p:spPr>
          <a:xfrm>
            <a:off x="1633473" y="584292"/>
            <a:ext cx="300526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E1A5807-CB3A-0E51-A0A3-AC1682CEE729}"/>
              </a:ext>
            </a:extLst>
          </p:cNvPr>
          <p:cNvCxnSpPr>
            <a:cxnSpLocks/>
          </p:cNvCxnSpPr>
          <p:nvPr/>
        </p:nvCxnSpPr>
        <p:spPr>
          <a:xfrm>
            <a:off x="1925490" y="798562"/>
            <a:ext cx="270687" cy="11059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83DB102-1399-1FC7-E301-BFF08A424196}"/>
              </a:ext>
            </a:extLst>
          </p:cNvPr>
          <p:cNvCxnSpPr>
            <a:cxnSpLocks/>
          </p:cNvCxnSpPr>
          <p:nvPr/>
        </p:nvCxnSpPr>
        <p:spPr>
          <a:xfrm>
            <a:off x="1636612" y="797155"/>
            <a:ext cx="294637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00F583D-6B8C-D760-F6E5-C68191EF3C98}"/>
              </a:ext>
            </a:extLst>
          </p:cNvPr>
          <p:cNvCxnSpPr>
            <a:cxnSpLocks/>
          </p:cNvCxnSpPr>
          <p:nvPr/>
        </p:nvCxnSpPr>
        <p:spPr>
          <a:xfrm>
            <a:off x="1925490" y="1220824"/>
            <a:ext cx="266080" cy="113541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7EC3AC4-78D7-ADB9-1A6D-5A3FAE0885F5}"/>
              </a:ext>
            </a:extLst>
          </p:cNvPr>
          <p:cNvCxnSpPr>
            <a:cxnSpLocks/>
          </p:cNvCxnSpPr>
          <p:nvPr/>
        </p:nvCxnSpPr>
        <p:spPr>
          <a:xfrm>
            <a:off x="1636612" y="1220824"/>
            <a:ext cx="294637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1248924-DF79-E9F8-2953-083FDA36630E}"/>
              </a:ext>
            </a:extLst>
          </p:cNvPr>
          <p:cNvCxnSpPr>
            <a:cxnSpLocks/>
          </p:cNvCxnSpPr>
          <p:nvPr/>
        </p:nvCxnSpPr>
        <p:spPr>
          <a:xfrm>
            <a:off x="1633473" y="1728333"/>
            <a:ext cx="96117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FB057AA-70E6-3A92-E40A-959C95EC5E13}"/>
              </a:ext>
            </a:extLst>
          </p:cNvPr>
          <p:cNvCxnSpPr>
            <a:cxnSpLocks/>
          </p:cNvCxnSpPr>
          <p:nvPr/>
        </p:nvCxnSpPr>
        <p:spPr>
          <a:xfrm>
            <a:off x="1633473" y="1949835"/>
            <a:ext cx="76394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525DD00-FED1-E06E-E8E7-D0D8C4678F22}"/>
              </a:ext>
            </a:extLst>
          </p:cNvPr>
          <p:cNvCxnSpPr>
            <a:cxnSpLocks/>
          </p:cNvCxnSpPr>
          <p:nvPr/>
        </p:nvCxnSpPr>
        <p:spPr>
          <a:xfrm>
            <a:off x="1633473" y="2253047"/>
            <a:ext cx="110989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13B4491C-13ED-0FDC-DEB0-2BC5A8E14DE3}"/>
              </a:ext>
            </a:extLst>
          </p:cNvPr>
          <p:cNvSpPr/>
          <p:nvPr/>
        </p:nvSpPr>
        <p:spPr>
          <a:xfrm>
            <a:off x="4000134" y="1162332"/>
            <a:ext cx="710862" cy="473888"/>
          </a:xfrm>
          <a:custGeom>
            <a:avLst/>
            <a:gdLst>
              <a:gd name="csX0" fmla="*/ 0 w 533557"/>
              <a:gd name="csY0" fmla="*/ 0 h 393811"/>
              <a:gd name="csX1" fmla="*/ 320989 w 533557"/>
              <a:gd name="csY1" fmla="*/ 0 h 393811"/>
              <a:gd name="csX2" fmla="*/ 524622 w 533557"/>
              <a:gd name="csY2" fmla="*/ 152583 h 393811"/>
              <a:gd name="csX3" fmla="*/ 533557 w 533557"/>
              <a:gd name="csY3" fmla="*/ 201105 h 393811"/>
              <a:gd name="csX4" fmla="*/ 526416 w 533557"/>
              <a:gd name="csY4" fmla="*/ 239885 h 393811"/>
              <a:gd name="csX5" fmla="*/ 320989 w 533557"/>
              <a:gd name="csY5" fmla="*/ 393811 h 393811"/>
              <a:gd name="csX6" fmla="*/ 0 w 533557"/>
              <a:gd name="csY6" fmla="*/ 393811 h 393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3557" h="393811">
                <a:moveTo>
                  <a:pt x="0" y="0"/>
                </a:moveTo>
                <a:lnTo>
                  <a:pt x="320989" y="0"/>
                </a:lnTo>
                <a:lnTo>
                  <a:pt x="524622" y="152583"/>
                </a:lnTo>
                <a:lnTo>
                  <a:pt x="533557" y="201105"/>
                </a:lnTo>
                <a:lnTo>
                  <a:pt x="526416" y="239885"/>
                </a:lnTo>
                <a:lnTo>
                  <a:pt x="320989" y="393811"/>
                </a:lnTo>
                <a:lnTo>
                  <a:pt x="0" y="393811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07F9B9F8-A3EE-A1B2-C5D4-7FACD2D697DE}"/>
              </a:ext>
            </a:extLst>
          </p:cNvPr>
          <p:cNvSpPr/>
          <p:nvPr/>
        </p:nvSpPr>
        <p:spPr>
          <a:xfrm rot="5400000">
            <a:off x="4685862" y="852152"/>
            <a:ext cx="388993" cy="473888"/>
          </a:xfrm>
          <a:custGeom>
            <a:avLst/>
            <a:gdLst>
              <a:gd name="csX0" fmla="*/ 0 w 319480"/>
              <a:gd name="csY0" fmla="*/ 137500 h 473888"/>
              <a:gd name="csX1" fmla="*/ 0 w 319480"/>
              <a:gd name="csY1" fmla="*/ 0 h 473888"/>
              <a:gd name="csX2" fmla="*/ 161163 w 319480"/>
              <a:gd name="csY2" fmla="*/ 0 h 473888"/>
              <a:gd name="csX3" fmla="*/ 319480 w 319480"/>
              <a:gd name="csY3" fmla="*/ 137500 h 473888"/>
              <a:gd name="csX4" fmla="*/ 0 w 319480"/>
              <a:gd name="csY4" fmla="*/ 473888 h 473888"/>
              <a:gd name="csX5" fmla="*/ 0 w 319480"/>
              <a:gd name="csY5" fmla="*/ 336390 h 473888"/>
              <a:gd name="csX6" fmla="*/ 319479 w 319480"/>
              <a:gd name="csY6" fmla="*/ 336390 h 473888"/>
              <a:gd name="csX7" fmla="*/ 161163 w 319480"/>
              <a:gd name="csY7" fmla="*/ 473888 h 473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480" h="473888">
                <a:moveTo>
                  <a:pt x="0" y="137500"/>
                </a:moveTo>
                <a:lnTo>
                  <a:pt x="0" y="0"/>
                </a:lnTo>
                <a:lnTo>
                  <a:pt x="161163" y="0"/>
                </a:lnTo>
                <a:lnTo>
                  <a:pt x="319480" y="137500"/>
                </a:lnTo>
                <a:close/>
                <a:moveTo>
                  <a:pt x="0" y="473888"/>
                </a:moveTo>
                <a:lnTo>
                  <a:pt x="0" y="336390"/>
                </a:lnTo>
                <a:lnTo>
                  <a:pt x="319479" y="336390"/>
                </a:lnTo>
                <a:lnTo>
                  <a:pt x="161163" y="473888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26" name="Arrow: Down 125">
            <a:extLst>
              <a:ext uri="{FF2B5EF4-FFF2-40B4-BE49-F238E27FC236}">
                <a16:creationId xmlns:a16="http://schemas.microsoft.com/office/drawing/2014/main" id="{C467FC23-117B-8D36-19FF-E87EB94F48B9}"/>
              </a:ext>
            </a:extLst>
          </p:cNvPr>
          <p:cNvSpPr/>
          <p:nvPr/>
        </p:nvSpPr>
        <p:spPr>
          <a:xfrm>
            <a:off x="4796463" y="751576"/>
            <a:ext cx="167790" cy="562446"/>
          </a:xfrm>
          <a:prstGeom prst="downArrow">
            <a:avLst>
              <a:gd name="adj1" fmla="val 50000"/>
              <a:gd name="adj2" fmla="val 110205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rgbClr val="FF0000">
                  <a:alpha val="60000"/>
                </a:srgbClr>
              </a:gs>
            </a:gsLst>
            <a:lin ang="162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2795F78C-FD35-4B19-48D0-A11B9E1EDAA4}"/>
              </a:ext>
            </a:extLst>
          </p:cNvPr>
          <p:cNvSpPr/>
          <p:nvPr/>
        </p:nvSpPr>
        <p:spPr>
          <a:xfrm flipH="1">
            <a:off x="5045339" y="1162332"/>
            <a:ext cx="710862" cy="473888"/>
          </a:xfrm>
          <a:custGeom>
            <a:avLst/>
            <a:gdLst>
              <a:gd name="csX0" fmla="*/ 0 w 533557"/>
              <a:gd name="csY0" fmla="*/ 0 h 393811"/>
              <a:gd name="csX1" fmla="*/ 320989 w 533557"/>
              <a:gd name="csY1" fmla="*/ 0 h 393811"/>
              <a:gd name="csX2" fmla="*/ 524622 w 533557"/>
              <a:gd name="csY2" fmla="*/ 152583 h 393811"/>
              <a:gd name="csX3" fmla="*/ 533557 w 533557"/>
              <a:gd name="csY3" fmla="*/ 201105 h 393811"/>
              <a:gd name="csX4" fmla="*/ 526416 w 533557"/>
              <a:gd name="csY4" fmla="*/ 239885 h 393811"/>
              <a:gd name="csX5" fmla="*/ 320989 w 533557"/>
              <a:gd name="csY5" fmla="*/ 393811 h 393811"/>
              <a:gd name="csX6" fmla="*/ 0 w 533557"/>
              <a:gd name="csY6" fmla="*/ 393811 h 393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3557" h="393811">
                <a:moveTo>
                  <a:pt x="0" y="0"/>
                </a:moveTo>
                <a:lnTo>
                  <a:pt x="320989" y="0"/>
                </a:lnTo>
                <a:lnTo>
                  <a:pt x="524622" y="152583"/>
                </a:lnTo>
                <a:lnTo>
                  <a:pt x="533557" y="201105"/>
                </a:lnTo>
                <a:lnTo>
                  <a:pt x="526416" y="239885"/>
                </a:lnTo>
                <a:lnTo>
                  <a:pt x="320989" y="393811"/>
                </a:lnTo>
                <a:lnTo>
                  <a:pt x="0" y="393811"/>
                </a:lnTo>
                <a:close/>
              </a:path>
            </a:pathLst>
          </a:custGeom>
          <a:solidFill>
            <a:srgbClr val="7F8FA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3F7DF7F6-3927-FAE2-5134-C98AE2C3E770}"/>
              </a:ext>
            </a:extLst>
          </p:cNvPr>
          <p:cNvSpPr/>
          <p:nvPr/>
        </p:nvSpPr>
        <p:spPr>
          <a:xfrm>
            <a:off x="4144703" y="901122"/>
            <a:ext cx="417353" cy="223837"/>
          </a:xfrm>
          <a:custGeom>
            <a:avLst/>
            <a:gdLst>
              <a:gd name="csX0" fmla="*/ 0 w 369094"/>
              <a:gd name="csY0" fmla="*/ 0 h 178594"/>
              <a:gd name="csX1" fmla="*/ 114300 w 369094"/>
              <a:gd name="csY1" fmla="*/ 21431 h 178594"/>
              <a:gd name="csX2" fmla="*/ 240507 w 369094"/>
              <a:gd name="csY2" fmla="*/ 73819 h 178594"/>
              <a:gd name="csX3" fmla="*/ 347663 w 369094"/>
              <a:gd name="csY3" fmla="*/ 150019 h 178594"/>
              <a:gd name="csX4" fmla="*/ 369094 w 369094"/>
              <a:gd name="csY4" fmla="*/ 178594 h 17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9094" h="178594">
                <a:moveTo>
                  <a:pt x="0" y="0"/>
                </a:moveTo>
                <a:cubicBezTo>
                  <a:pt x="37108" y="4564"/>
                  <a:pt x="74216" y="9128"/>
                  <a:pt x="114300" y="21431"/>
                </a:cubicBezTo>
                <a:cubicBezTo>
                  <a:pt x="154384" y="33734"/>
                  <a:pt x="201613" y="52388"/>
                  <a:pt x="240507" y="73819"/>
                </a:cubicBezTo>
                <a:cubicBezTo>
                  <a:pt x="279401" y="95250"/>
                  <a:pt x="326232" y="132556"/>
                  <a:pt x="347663" y="150019"/>
                </a:cubicBezTo>
                <a:cubicBezTo>
                  <a:pt x="369094" y="167482"/>
                  <a:pt x="369094" y="173038"/>
                  <a:pt x="369094" y="178594"/>
                </a:cubicBezTo>
              </a:path>
            </a:pathLst>
          </a:custGeom>
          <a:noFill/>
          <a:ln w="12700">
            <a:solidFill>
              <a:srgbClr val="80EFA3"/>
            </a:solidFill>
            <a:headEnd type="none"/>
            <a:tailEnd type="stealth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015A21D-567F-8DA0-5A19-931F48A9A1BC}"/>
              </a:ext>
            </a:extLst>
          </p:cNvPr>
          <p:cNvGrpSpPr/>
          <p:nvPr/>
        </p:nvGrpSpPr>
        <p:grpSpPr>
          <a:xfrm>
            <a:off x="3225946" y="848558"/>
            <a:ext cx="1885095" cy="2353751"/>
            <a:chOff x="3240232" y="899356"/>
            <a:chExt cx="1885095" cy="2353751"/>
          </a:xfrm>
        </p:grpSpPr>
        <p:sp>
          <p:nvSpPr>
            <p:cNvPr id="136" name="Arc 135">
              <a:extLst>
                <a:ext uri="{FF2B5EF4-FFF2-40B4-BE49-F238E27FC236}">
                  <a16:creationId xmlns:a16="http://schemas.microsoft.com/office/drawing/2014/main" id="{C1502C91-39F9-DF3D-8AD7-DBAAE7DEB2CA}"/>
                </a:ext>
              </a:extLst>
            </p:cNvPr>
            <p:cNvSpPr/>
            <p:nvPr/>
          </p:nvSpPr>
          <p:spPr>
            <a:xfrm>
              <a:off x="3240232" y="899356"/>
              <a:ext cx="1880332" cy="1738456"/>
            </a:xfrm>
            <a:prstGeom prst="arc">
              <a:avLst>
                <a:gd name="adj1" fmla="val 20407244"/>
                <a:gd name="adj2" fmla="val 1145877"/>
              </a:avLst>
            </a:prstGeom>
            <a:ln w="6350">
              <a:solidFill>
                <a:srgbClr val="80EF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37" name="Arc 136">
              <a:extLst>
                <a:ext uri="{FF2B5EF4-FFF2-40B4-BE49-F238E27FC236}">
                  <a16:creationId xmlns:a16="http://schemas.microsoft.com/office/drawing/2014/main" id="{002B9F79-70EE-928D-DAC7-905EF1BE5675}"/>
                </a:ext>
              </a:extLst>
            </p:cNvPr>
            <p:cNvSpPr/>
            <p:nvPr/>
          </p:nvSpPr>
          <p:spPr>
            <a:xfrm>
              <a:off x="3244995" y="1514651"/>
              <a:ext cx="1880332" cy="1738456"/>
            </a:xfrm>
            <a:prstGeom prst="arc">
              <a:avLst>
                <a:gd name="adj1" fmla="val 20419434"/>
                <a:gd name="adj2" fmla="val 1135022"/>
              </a:avLst>
            </a:prstGeom>
            <a:ln w="6350">
              <a:solidFill>
                <a:srgbClr val="80EF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A9AE508-C2DB-83EC-B5ED-5BB7C64733EA}"/>
              </a:ext>
            </a:extLst>
          </p:cNvPr>
          <p:cNvGrpSpPr/>
          <p:nvPr/>
        </p:nvGrpSpPr>
        <p:grpSpPr>
          <a:xfrm flipH="1">
            <a:off x="4645906" y="848558"/>
            <a:ext cx="1883664" cy="2353751"/>
            <a:chOff x="3240232" y="899356"/>
            <a:chExt cx="1885095" cy="2353751"/>
          </a:xfrm>
        </p:grpSpPr>
        <p:sp>
          <p:nvSpPr>
            <p:cNvPr id="141" name="Arc 140">
              <a:extLst>
                <a:ext uri="{FF2B5EF4-FFF2-40B4-BE49-F238E27FC236}">
                  <a16:creationId xmlns:a16="http://schemas.microsoft.com/office/drawing/2014/main" id="{727D2B88-E102-3EB4-5D7D-6E5A897F645F}"/>
                </a:ext>
              </a:extLst>
            </p:cNvPr>
            <p:cNvSpPr/>
            <p:nvPr/>
          </p:nvSpPr>
          <p:spPr>
            <a:xfrm>
              <a:off x="3240232" y="899356"/>
              <a:ext cx="1880332" cy="1738456"/>
            </a:xfrm>
            <a:prstGeom prst="arc">
              <a:avLst>
                <a:gd name="adj1" fmla="val 20407244"/>
                <a:gd name="adj2" fmla="val 1145877"/>
              </a:avLst>
            </a:prstGeom>
            <a:ln w="6350">
              <a:solidFill>
                <a:srgbClr val="80EF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42" name="Arc 141">
              <a:extLst>
                <a:ext uri="{FF2B5EF4-FFF2-40B4-BE49-F238E27FC236}">
                  <a16:creationId xmlns:a16="http://schemas.microsoft.com/office/drawing/2014/main" id="{081505F9-A350-200E-D78A-D135835291DA}"/>
                </a:ext>
              </a:extLst>
            </p:cNvPr>
            <p:cNvSpPr/>
            <p:nvPr/>
          </p:nvSpPr>
          <p:spPr>
            <a:xfrm>
              <a:off x="3244995" y="1514651"/>
              <a:ext cx="1880332" cy="1738456"/>
            </a:xfrm>
            <a:prstGeom prst="arc">
              <a:avLst>
                <a:gd name="adj1" fmla="val 20419434"/>
                <a:gd name="adj2" fmla="val 1135022"/>
              </a:avLst>
            </a:prstGeom>
            <a:ln w="6350">
              <a:solidFill>
                <a:srgbClr val="80EF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90872DF-5EA6-758D-9FBB-4259696D7B62}"/>
              </a:ext>
            </a:extLst>
          </p:cNvPr>
          <p:cNvCxnSpPr>
            <a:stCxn id="123" idx="3"/>
            <a:endCxn id="136" idx="0"/>
          </p:cNvCxnSpPr>
          <p:nvPr/>
        </p:nvCxnSpPr>
        <p:spPr>
          <a:xfrm flipV="1">
            <a:off x="4710996" y="1401187"/>
            <a:ext cx="330701" cy="3142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CA5DE0A-48FC-ECE4-270B-5ED30A16BD6E}"/>
              </a:ext>
            </a:extLst>
          </p:cNvPr>
          <p:cNvCxnSpPr>
            <a:cxnSpLocks/>
            <a:stCxn id="142" idx="0"/>
            <a:endCxn id="137" idx="0"/>
          </p:cNvCxnSpPr>
          <p:nvPr/>
        </p:nvCxnSpPr>
        <p:spPr>
          <a:xfrm flipV="1">
            <a:off x="4709070" y="2019530"/>
            <a:ext cx="338672" cy="207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3E017D5-D0E5-21BF-CF09-A9DE586CBC31}"/>
              </a:ext>
            </a:extLst>
          </p:cNvPr>
          <p:cNvCxnSpPr>
            <a:cxnSpLocks/>
            <a:stCxn id="142" idx="2"/>
            <a:endCxn id="137" idx="2"/>
          </p:cNvCxnSpPr>
          <p:nvPr/>
        </p:nvCxnSpPr>
        <p:spPr>
          <a:xfrm>
            <a:off x="4704395" y="2634995"/>
            <a:ext cx="348031" cy="201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AC3CF61-B683-2F34-7804-D4D088823C0B}"/>
              </a:ext>
            </a:extLst>
          </p:cNvPr>
          <p:cNvCxnSpPr>
            <a:cxnSpLocks/>
            <a:stCxn id="141" idx="2"/>
            <a:endCxn id="136" idx="0"/>
          </p:cNvCxnSpPr>
          <p:nvPr/>
        </p:nvCxnSpPr>
        <p:spPr>
          <a:xfrm flipV="1">
            <a:off x="4710253" y="1401187"/>
            <a:ext cx="331444" cy="621244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35DB997-F885-6606-52A9-1E62BD296E76}"/>
              </a:ext>
            </a:extLst>
          </p:cNvPr>
          <p:cNvCxnSpPr>
            <a:cxnSpLocks/>
            <a:stCxn id="142" idx="2"/>
            <a:endCxn id="136" idx="2"/>
          </p:cNvCxnSpPr>
          <p:nvPr/>
        </p:nvCxnSpPr>
        <p:spPr>
          <a:xfrm flipV="1">
            <a:off x="4704395" y="2022634"/>
            <a:ext cx="342167" cy="612361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7733A6C-F20D-9B93-7B34-6541446F5323}"/>
              </a:ext>
            </a:extLst>
          </p:cNvPr>
          <p:cNvCxnSpPr>
            <a:cxnSpLocks/>
            <a:stCxn id="137" idx="2"/>
            <a:endCxn id="141" idx="2"/>
          </p:cNvCxnSpPr>
          <p:nvPr/>
        </p:nvCxnSpPr>
        <p:spPr>
          <a:xfrm flipH="1" flipV="1">
            <a:off x="4710253" y="2022431"/>
            <a:ext cx="342173" cy="612765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67A712D-CE22-94C2-43C4-D0B0EEECE5A8}"/>
              </a:ext>
            </a:extLst>
          </p:cNvPr>
          <p:cNvCxnSpPr>
            <a:cxnSpLocks/>
            <a:stCxn id="137" idx="0"/>
            <a:endCxn id="141" idx="0"/>
          </p:cNvCxnSpPr>
          <p:nvPr/>
        </p:nvCxnSpPr>
        <p:spPr>
          <a:xfrm flipH="1" flipV="1">
            <a:off x="4715109" y="1401395"/>
            <a:ext cx="332633" cy="618135"/>
          </a:xfrm>
          <a:prstGeom prst="line">
            <a:avLst/>
          </a:prstGeom>
          <a:ln w="6350">
            <a:solidFill>
              <a:srgbClr val="80E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66228AAD-F6BE-1E87-58AC-9086A37C1B04}"/>
              </a:ext>
            </a:extLst>
          </p:cNvPr>
          <p:cNvCxnSpPr>
            <a:cxnSpLocks/>
          </p:cNvCxnSpPr>
          <p:nvPr/>
        </p:nvCxnSpPr>
        <p:spPr>
          <a:xfrm flipH="1">
            <a:off x="4875478" y="747503"/>
            <a:ext cx="980299" cy="65336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70F00E9-8AD3-C3EE-77C1-6CEE798320B6}"/>
              </a:ext>
            </a:extLst>
          </p:cNvPr>
          <p:cNvCxnSpPr>
            <a:cxnSpLocks/>
          </p:cNvCxnSpPr>
          <p:nvPr/>
        </p:nvCxnSpPr>
        <p:spPr>
          <a:xfrm flipH="1">
            <a:off x="4875478" y="1540212"/>
            <a:ext cx="1112572" cy="0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A24D5257-4025-51FB-8071-E772FA86B71E}"/>
              </a:ext>
            </a:extLst>
          </p:cNvPr>
          <p:cNvCxnSpPr>
            <a:cxnSpLocks/>
          </p:cNvCxnSpPr>
          <p:nvPr/>
        </p:nvCxnSpPr>
        <p:spPr>
          <a:xfrm flipH="1">
            <a:off x="4875478" y="1863836"/>
            <a:ext cx="1112572" cy="0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BBEB10D-C43C-CD0D-AD0C-086D1A90ECEF}"/>
              </a:ext>
            </a:extLst>
          </p:cNvPr>
          <p:cNvCxnSpPr>
            <a:cxnSpLocks/>
          </p:cNvCxnSpPr>
          <p:nvPr/>
        </p:nvCxnSpPr>
        <p:spPr>
          <a:xfrm flipH="1">
            <a:off x="4875478" y="2153501"/>
            <a:ext cx="1112572" cy="0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75E06A12-402D-126E-3F0D-724B142788C2}"/>
              </a:ext>
            </a:extLst>
          </p:cNvPr>
          <p:cNvCxnSpPr>
            <a:cxnSpLocks/>
          </p:cNvCxnSpPr>
          <p:nvPr/>
        </p:nvCxnSpPr>
        <p:spPr>
          <a:xfrm flipH="1">
            <a:off x="4875478" y="2501245"/>
            <a:ext cx="1112572" cy="0"/>
          </a:xfrm>
          <a:prstGeom prst="straightConnector1">
            <a:avLst/>
          </a:prstGeom>
          <a:ln w="6350">
            <a:solidFill>
              <a:schemeClr val="tx1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01606B9E-6FD3-C512-D94A-127740B3D2DF}"/>
              </a:ext>
            </a:extLst>
          </p:cNvPr>
          <p:cNvCxnSpPr>
            <a:cxnSpLocks/>
          </p:cNvCxnSpPr>
          <p:nvPr/>
        </p:nvCxnSpPr>
        <p:spPr>
          <a:xfrm flipH="1">
            <a:off x="5848526" y="749195"/>
            <a:ext cx="139524" cy="0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B0358AAA-5A93-4925-7AF2-08D6E759DDDD}"/>
              </a:ext>
            </a:extLst>
          </p:cNvPr>
          <p:cNvSpPr txBox="1"/>
          <p:nvPr/>
        </p:nvSpPr>
        <p:spPr>
          <a:xfrm>
            <a:off x="6027334" y="642640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=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B8FAE5AF-615C-D68E-52F5-92209BE7947A}"/>
              </a:ext>
            </a:extLst>
          </p:cNvPr>
          <p:cNvSpPr txBox="1"/>
          <p:nvPr/>
        </p:nvSpPr>
        <p:spPr>
          <a:xfrm>
            <a:off x="6027334" y="1430302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&lt;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6F872B5-E189-75DC-8BC3-99A447CD4BB2}"/>
              </a:ext>
            </a:extLst>
          </p:cNvPr>
          <p:cNvSpPr txBox="1"/>
          <p:nvPr/>
        </p:nvSpPr>
        <p:spPr>
          <a:xfrm>
            <a:off x="6027334" y="2044765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&lt;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2B96AEE-A53F-6CC1-76F5-EBD98BA8104D}"/>
              </a:ext>
            </a:extLst>
          </p:cNvPr>
          <p:cNvSpPr txBox="1"/>
          <p:nvPr/>
        </p:nvSpPr>
        <p:spPr>
          <a:xfrm>
            <a:off x="6027334" y="1753468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&gt;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91C9050-95FD-B70D-BCD8-61D491378AF7}"/>
              </a:ext>
            </a:extLst>
          </p:cNvPr>
          <p:cNvSpPr txBox="1"/>
          <p:nvPr/>
        </p:nvSpPr>
        <p:spPr>
          <a:xfrm>
            <a:off x="6027334" y="2397392"/>
            <a:ext cx="5354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Ma &gt; 1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988CBC4-6F41-436F-CDCF-4E88BC2A203A}"/>
              </a:ext>
            </a:extLst>
          </p:cNvPr>
          <p:cNvSpPr txBox="1"/>
          <p:nvPr/>
        </p:nvSpPr>
        <p:spPr>
          <a:xfrm>
            <a:off x="2086341" y="2609668"/>
            <a:ext cx="15709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a)</a:t>
            </a:r>
            <a:endParaRPr lang="da-DK" sz="1400" dirty="0">
              <a:latin typeface="Georgia" panose="02040502050405020303" pitchFamily="18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9F417BEF-6BEB-7500-887F-24133A9CD888}"/>
              </a:ext>
            </a:extLst>
          </p:cNvPr>
          <p:cNvSpPr txBox="1"/>
          <p:nvPr/>
        </p:nvSpPr>
        <p:spPr>
          <a:xfrm>
            <a:off x="4140139" y="2609668"/>
            <a:ext cx="16831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b)</a:t>
            </a:r>
            <a:endParaRPr lang="da-DK" sz="1400" dirty="0">
              <a:latin typeface="Georgia" panose="02040502050405020303" pitchFamily="18" charset="0"/>
            </a:endParaRP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E2806786-915D-F3AD-C400-5D3044EB521D}"/>
              </a:ext>
            </a:extLst>
          </p:cNvPr>
          <p:cNvCxnSpPr>
            <a:cxnSpLocks/>
          </p:cNvCxnSpPr>
          <p:nvPr/>
        </p:nvCxnSpPr>
        <p:spPr>
          <a:xfrm>
            <a:off x="3961078" y="558720"/>
            <a:ext cx="0" cy="2028294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854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13187</TotalTime>
  <Words>197</Words>
  <Application>Microsoft Office PowerPoint</Application>
  <PresentationFormat>Widescreen</PresentationFormat>
  <Paragraphs>112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Georgia</vt:lpstr>
      <vt:lpstr>Office Theme</vt:lpstr>
      <vt:lpstr>Gas atomization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Water atomization</vt:lpstr>
      <vt:lpstr>PowerPoint Presentation</vt:lpstr>
      <vt:lpstr>PowerPoint Presentation</vt:lpstr>
      <vt:lpstr>PowerPoint Presentation</vt:lpstr>
      <vt:lpstr>PowerPoint Presentation</vt:lpstr>
      <vt:lpstr>Rocket</vt:lpstr>
      <vt:lpstr>PowerPoint Presentation</vt:lpstr>
      <vt:lpstr>Nozzle geometries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Reymond</dc:creator>
  <cp:lastModifiedBy>Hugo Reymond</cp:lastModifiedBy>
  <cp:revision>77</cp:revision>
  <dcterms:created xsi:type="dcterms:W3CDTF">2026-03-13T11:59:52Z</dcterms:created>
  <dcterms:modified xsi:type="dcterms:W3CDTF">2026-05-20T23:11:31Z</dcterms:modified>
</cp:coreProperties>
</file>