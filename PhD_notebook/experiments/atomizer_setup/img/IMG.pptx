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6C0A4-29BE-0E80-9650-E2D4ED8DE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156388-007F-9D7B-BA05-D778658BF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146DA-A0B0-92C7-3BC8-3CE143523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0AB46-C04C-42B6-9154-CF8CF78FCF76}" type="datetimeFigureOut">
              <a:rPr lang="da-DK" smtClean="0"/>
              <a:t>09-03-2026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D4668-D50E-D767-6082-8FD9EC26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313BB-EE50-C5E0-688B-A193F7FF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9C211-5ACC-4E2E-9289-C2C02163DDF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72621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1174B-5493-6310-5276-E0E58494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5E45B-BB7D-5A53-5035-034E35448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77D90-624F-E028-5A6C-9988D8E4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0AB46-C04C-42B6-9154-CF8CF78FCF76}" type="datetimeFigureOut">
              <a:rPr lang="da-DK" smtClean="0"/>
              <a:t>09-03-2026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969B-8874-53B3-0887-44D306560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E773F-2F51-8B70-B8E2-FA15A492B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9C211-5ACC-4E2E-9289-C2C02163DDF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69485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67C2-F52F-64E4-A705-10F1F38F5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DC3CF-319E-854F-58BE-850FD17DE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C8A06-389D-A62E-22EA-738B28ED0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0AB46-C04C-42B6-9154-CF8CF78FCF76}" type="datetimeFigureOut">
              <a:rPr lang="da-DK" smtClean="0"/>
              <a:t>09-03-2026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2D3EC-73DD-9637-49E5-2C6E716D6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7DC91-7A21-D68D-BFE3-730E69244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9C211-5ACC-4E2E-9289-C2C02163DDF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86555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74887-50BC-2A71-6079-8F6C5C4AA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29232-BCAD-43F5-6C5D-DFC619215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3A32A-1B63-7DB8-F110-3E03D3BF8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D2A1E-BA8B-2ACD-AACB-976AE61B3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0AB46-C04C-42B6-9154-CF8CF78FCF76}" type="datetimeFigureOut">
              <a:rPr lang="da-DK" smtClean="0"/>
              <a:t>09-03-2026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23246-1AF3-B6EF-27AA-6842501EA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E3E1A-41C4-BB33-110C-61D0EEF49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9C211-5ACC-4E2E-9289-C2C02163DDF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38197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CC919-DFC2-DDB4-AF29-4A7AF3BFD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0B652-43B4-08E3-325A-5B26CFB69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82B0D-3225-F2AB-6CC1-1533CC2BE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67DF0E-D67D-54E0-BC6E-01914CACB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4DE05B-CF2E-CFA0-1D6E-0FB398B69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78F54D-9913-E8C3-3DCA-58967D9AB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0AB46-C04C-42B6-9154-CF8CF78FCF76}" type="datetimeFigureOut">
              <a:rPr lang="da-DK" smtClean="0"/>
              <a:t>09-03-2026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B6D42F-4D84-39FF-1C30-8FA31C2E4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E47490-AB66-AE57-5FC1-1545F6A09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9C211-5ACC-4E2E-9289-C2C02163DDF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0619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71EC0-2419-690B-8407-F034EDBEA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15E137-147A-7B5D-B877-B3E7A2499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0AB46-C04C-42B6-9154-CF8CF78FCF76}" type="datetimeFigureOut">
              <a:rPr lang="da-DK" smtClean="0"/>
              <a:t>09-03-2026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B49834-6EDA-D093-5119-F9C6205E0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6D9BD-C664-7E18-565A-45D43BFF9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9C211-5ACC-4E2E-9289-C2C02163DDF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78308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C840ED-3D82-B3B4-BC87-236C54BA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0AB46-C04C-42B6-9154-CF8CF78FCF76}" type="datetimeFigureOut">
              <a:rPr lang="da-DK" smtClean="0"/>
              <a:t>09-03-2026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BD5E6-672F-7AD8-3EE8-014ADBEB4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F2EE3-2C4A-03B9-1866-916E07014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9C211-5ACC-4E2E-9289-C2C02163DDF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7539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9B33C-F356-8F48-5422-D58696A02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EA9AD-0E68-BEDC-DDF4-4211C4D5D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6759E-E968-C375-6B3E-BFDF3A1DA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423E3-3884-DA4A-FE9C-0D287B834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0AB46-C04C-42B6-9154-CF8CF78FCF76}" type="datetimeFigureOut">
              <a:rPr lang="da-DK" smtClean="0"/>
              <a:t>09-03-2026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216B7-8EEF-06FC-F20D-71C1F9CE0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433C2-D50C-F827-BCC0-013DD27ED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9C211-5ACC-4E2E-9289-C2C02163DDF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36367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8A214-9F18-2195-F2DE-3830746C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7C2DC7-3AC9-4FAE-A0D3-7B5530D31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4A84AE-1D6C-FCC1-6B0E-7EB80BABF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C385F-6A8D-8B42-6403-116792EEA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0AB46-C04C-42B6-9154-CF8CF78FCF76}" type="datetimeFigureOut">
              <a:rPr lang="da-DK" smtClean="0"/>
              <a:t>09-03-2026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23A16-0063-6E2F-655F-F25C71257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47812-98B0-7FFA-852C-22D8E8708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9C211-5ACC-4E2E-9289-C2C02163DDF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1518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C72A6-A7AA-9E05-2C30-49F4FD88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413823-2C89-DE4A-7952-4843BB014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149AC-09B5-9117-70DA-C6F14D719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0AB46-C04C-42B6-9154-CF8CF78FCF76}" type="datetimeFigureOut">
              <a:rPr lang="da-DK" smtClean="0"/>
              <a:t>09-03-2026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A0426-A3ED-828C-876C-C8B063421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FB2B1-DEC6-9DE5-2996-8FBFE05B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9C211-5ACC-4E2E-9289-C2C02163DDF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84856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8C3DFE-B954-3279-5206-E77AF4DFEB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1362D-CD42-53BA-9C05-10630417C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15B0A-5BF0-C254-D826-70A33707A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0AB46-C04C-42B6-9154-CF8CF78FCF76}" type="datetimeFigureOut">
              <a:rPr lang="da-DK" smtClean="0"/>
              <a:t>09-03-2026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66D96-0914-60E7-40DE-EF140DB6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3B983-A0FB-0C7D-4D5C-C6747AC76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9C211-5ACC-4E2E-9289-C2C02163DDF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4971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E559D2-C6EC-B22B-F32C-01604602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054DE-D654-AE51-A57A-3B08539C3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EEF8B-F8A4-4437-0065-1A78C2F70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0AB46-C04C-42B6-9154-CF8CF78FCF76}" type="datetimeFigureOut">
              <a:rPr lang="da-DK" smtClean="0"/>
              <a:t>09-03-2026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7A056-2EBC-347E-9E40-C9DF3CE2F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C1B49-680B-A952-3CB5-058FC80DE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B9C211-5ACC-4E2E-9289-C2C02163DDF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5278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lock Arc 33">
            <a:extLst>
              <a:ext uri="{FF2B5EF4-FFF2-40B4-BE49-F238E27FC236}">
                <a16:creationId xmlns:a16="http://schemas.microsoft.com/office/drawing/2014/main" id="{801135D1-5248-7514-0B4F-E1C61CF4F319}"/>
              </a:ext>
            </a:extLst>
          </p:cNvPr>
          <p:cNvSpPr/>
          <p:nvPr/>
        </p:nvSpPr>
        <p:spPr>
          <a:xfrm>
            <a:off x="11054080" y="329183"/>
            <a:ext cx="548640" cy="548640"/>
          </a:xfrm>
          <a:prstGeom prst="blockArc">
            <a:avLst>
              <a:gd name="adj1" fmla="val 16227775"/>
              <a:gd name="adj2" fmla="val 21461821"/>
              <a:gd name="adj3" fmla="val 17596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C2E926-D0E5-18DB-3838-2A6A7444C1B1}"/>
              </a:ext>
            </a:extLst>
          </p:cNvPr>
          <p:cNvSpPr/>
          <p:nvPr/>
        </p:nvSpPr>
        <p:spPr>
          <a:xfrm>
            <a:off x="11505184" y="585882"/>
            <a:ext cx="97536" cy="209788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AF5800D-A40C-BC19-367C-03C50A8AFCFC}"/>
              </a:ext>
            </a:extLst>
          </p:cNvPr>
          <p:cNvSpPr/>
          <p:nvPr/>
        </p:nvSpPr>
        <p:spPr>
          <a:xfrm rot="16200000">
            <a:off x="10951449" y="37859"/>
            <a:ext cx="97536" cy="68018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F4957C2-9E5A-8269-1919-B733907C5644}"/>
              </a:ext>
            </a:extLst>
          </p:cNvPr>
          <p:cNvGrpSpPr/>
          <p:nvPr/>
        </p:nvGrpSpPr>
        <p:grpSpPr>
          <a:xfrm>
            <a:off x="3683001" y="459573"/>
            <a:ext cx="4541678" cy="5727679"/>
            <a:chOff x="3460559" y="90864"/>
            <a:chExt cx="5125425" cy="6463864"/>
          </a:xfrm>
          <a:pattFill prst="pct5">
            <a:fgClr>
              <a:schemeClr val="lt1"/>
            </a:fgClr>
            <a:bgClr>
              <a:schemeClr val="bg1"/>
            </a:bgClr>
          </a:pattFill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2A1D8F53-E1C9-F6F5-1F8B-C162DDD0139F}"/>
                </a:ext>
              </a:extLst>
            </p:cNvPr>
            <p:cNvSpPr/>
            <p:nvPr/>
          </p:nvSpPr>
          <p:spPr>
            <a:xfrm>
              <a:off x="3571247" y="90864"/>
              <a:ext cx="225229" cy="6463864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miter lim="800000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199577"/>
                        <a:gd name="csY0" fmla="*/ 0 h 5727679"/>
                        <a:gd name="csX1" fmla="*/ 199577 w 199577"/>
                        <a:gd name="csY1" fmla="*/ 0 h 5727679"/>
                        <a:gd name="csX2" fmla="*/ 199577 w 199577"/>
                        <a:gd name="csY2" fmla="*/ 5727679 h 5727679"/>
                        <a:gd name="csX3" fmla="*/ 0 w 199577"/>
                        <a:gd name="csY3" fmla="*/ 5727679 h 5727679"/>
                        <a:gd name="csX4" fmla="*/ 0 w 199577"/>
                        <a:gd name="csY4" fmla="*/ 0 h 572767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199577" h="5727679" fill="none" extrusionOk="0">
                          <a:moveTo>
                            <a:pt x="0" y="0"/>
                          </a:moveTo>
                          <a:cubicBezTo>
                            <a:pt x="60686" y="-9245"/>
                            <a:pt x="155467" y="-5894"/>
                            <a:pt x="199577" y="0"/>
                          </a:cubicBezTo>
                          <a:cubicBezTo>
                            <a:pt x="287216" y="1236288"/>
                            <a:pt x="126898" y="3319987"/>
                            <a:pt x="199577" y="5727679"/>
                          </a:cubicBezTo>
                          <a:cubicBezTo>
                            <a:pt x="152278" y="5720453"/>
                            <a:pt x="57368" y="5731849"/>
                            <a:pt x="0" y="5727679"/>
                          </a:cubicBezTo>
                          <a:cubicBezTo>
                            <a:pt x="-38581" y="4331762"/>
                            <a:pt x="63341" y="2628964"/>
                            <a:pt x="0" y="0"/>
                          </a:cubicBezTo>
                          <a:close/>
                        </a:path>
                        <a:path w="199577" h="5727679" stroke="0" extrusionOk="0">
                          <a:moveTo>
                            <a:pt x="0" y="0"/>
                          </a:moveTo>
                          <a:cubicBezTo>
                            <a:pt x="38014" y="-12746"/>
                            <a:pt x="164712" y="-5919"/>
                            <a:pt x="199577" y="0"/>
                          </a:cubicBezTo>
                          <a:cubicBezTo>
                            <a:pt x="66695" y="637768"/>
                            <a:pt x="284528" y="3098960"/>
                            <a:pt x="199577" y="5727679"/>
                          </a:cubicBezTo>
                          <a:cubicBezTo>
                            <a:pt x="127384" y="5709992"/>
                            <a:pt x="66494" y="5725895"/>
                            <a:pt x="0" y="5727679"/>
                          </a:cubicBezTo>
                          <a:cubicBezTo>
                            <a:pt x="-20187" y="3683358"/>
                            <a:pt x="-152480" y="84826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eorgia" panose="02040502050405020303" pitchFamily="18" charset="0"/>
                </a:rPr>
                <a:t>Wall</a:t>
              </a:r>
              <a:endParaRPr lang="da-DK" sz="1200" dirty="0">
                <a:solidFill>
                  <a:schemeClr val="tx1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240E641-1A2A-E234-5596-63BC50228AD8}"/>
                </a:ext>
              </a:extLst>
            </p:cNvPr>
            <p:cNvSpPr/>
            <p:nvPr/>
          </p:nvSpPr>
          <p:spPr>
            <a:xfrm>
              <a:off x="3460559" y="4317921"/>
              <a:ext cx="2453429" cy="274319"/>
            </a:xfrm>
            <a:custGeom>
              <a:avLst/>
              <a:gdLst>
                <a:gd name="csX0" fmla="*/ 0 w 2121814"/>
                <a:gd name="csY0" fmla="*/ 0 h 274319"/>
                <a:gd name="csX1" fmla="*/ 1859406 w 2121814"/>
                <a:gd name="csY1" fmla="*/ 0 h 274319"/>
                <a:gd name="csX2" fmla="*/ 1859406 w 2121814"/>
                <a:gd name="csY2" fmla="*/ 1061 h 274319"/>
                <a:gd name="csX3" fmla="*/ 1904650 w 2121814"/>
                <a:gd name="csY3" fmla="*/ 5967 h 274319"/>
                <a:gd name="csX4" fmla="*/ 2121814 w 2121814"/>
                <a:gd name="csY4" fmla="*/ 274319 h 274319"/>
                <a:gd name="csX5" fmla="*/ 2025133 w 2121814"/>
                <a:gd name="csY5" fmla="*/ 274319 h 274319"/>
                <a:gd name="csX6" fmla="*/ 1917612 w 2121814"/>
                <a:gd name="csY6" fmla="*/ 111057 h 274319"/>
                <a:gd name="csX7" fmla="*/ 1852987 w 2121814"/>
                <a:gd name="csY7" fmla="*/ 97536 h 274319"/>
                <a:gd name="csX8" fmla="*/ 0 w 2121814"/>
                <a:gd name="csY8" fmla="*/ 97536 h 2743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121814" h="274319">
                  <a:moveTo>
                    <a:pt x="0" y="0"/>
                  </a:moveTo>
                  <a:lnTo>
                    <a:pt x="1859406" y="0"/>
                  </a:lnTo>
                  <a:lnTo>
                    <a:pt x="1859406" y="1061"/>
                  </a:lnTo>
                  <a:lnTo>
                    <a:pt x="1904650" y="5967"/>
                  </a:lnTo>
                  <a:cubicBezTo>
                    <a:pt x="2028812" y="32280"/>
                    <a:pt x="2121813" y="142511"/>
                    <a:pt x="2121814" y="274319"/>
                  </a:cubicBezTo>
                  <a:lnTo>
                    <a:pt x="2025133" y="274319"/>
                  </a:lnTo>
                  <a:cubicBezTo>
                    <a:pt x="2025132" y="201159"/>
                    <a:pt x="1980887" y="138264"/>
                    <a:pt x="1917612" y="111057"/>
                  </a:cubicBezTo>
                  <a:lnTo>
                    <a:pt x="1852987" y="97536"/>
                  </a:lnTo>
                  <a:lnTo>
                    <a:pt x="0" y="97536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 sz="1200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CF1B16C-8C5C-B8EA-6E41-CB2A4DEF6183}"/>
                </a:ext>
              </a:extLst>
            </p:cNvPr>
            <p:cNvSpPr/>
            <p:nvPr/>
          </p:nvSpPr>
          <p:spPr>
            <a:xfrm>
              <a:off x="5947597" y="1502090"/>
              <a:ext cx="1417320" cy="191566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00DF514-24AC-49B8-29C9-A564C6F43811}"/>
                </a:ext>
              </a:extLst>
            </p:cNvPr>
            <p:cNvSpPr/>
            <p:nvPr/>
          </p:nvSpPr>
          <p:spPr>
            <a:xfrm>
              <a:off x="5804341" y="1447226"/>
              <a:ext cx="1703832" cy="5486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DA4B50F-E6E4-C696-5F13-0C3D19C3CAD4}"/>
                </a:ext>
              </a:extLst>
            </p:cNvPr>
            <p:cNvSpPr/>
            <p:nvPr/>
          </p:nvSpPr>
          <p:spPr>
            <a:xfrm>
              <a:off x="5804341" y="1392362"/>
              <a:ext cx="1703832" cy="5486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D3633B1-2621-27EF-F0BA-6D9513EB218C}"/>
                </a:ext>
              </a:extLst>
            </p:cNvPr>
            <p:cNvSpPr/>
            <p:nvPr/>
          </p:nvSpPr>
          <p:spPr>
            <a:xfrm>
              <a:off x="5947597" y="793176"/>
              <a:ext cx="1417320" cy="599186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95CA528-6422-0F95-8479-FB9E9A6D62E8}"/>
                </a:ext>
              </a:extLst>
            </p:cNvPr>
            <p:cNvSpPr/>
            <p:nvPr/>
          </p:nvSpPr>
          <p:spPr>
            <a:xfrm>
              <a:off x="5804341" y="738312"/>
              <a:ext cx="1703832" cy="5486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15B92ED-7E97-2359-A922-1283B2C8845A}"/>
                </a:ext>
              </a:extLst>
            </p:cNvPr>
            <p:cNvSpPr/>
            <p:nvPr/>
          </p:nvSpPr>
          <p:spPr>
            <a:xfrm>
              <a:off x="5804341" y="683448"/>
              <a:ext cx="1703832" cy="5486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A3B346-1C9C-1B29-ACCB-E82B5C7F62C3}"/>
                </a:ext>
              </a:extLst>
            </p:cNvPr>
            <p:cNvSpPr/>
            <p:nvPr/>
          </p:nvSpPr>
          <p:spPr>
            <a:xfrm>
              <a:off x="5804341" y="3472622"/>
              <a:ext cx="1703832" cy="5486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A29603-02EE-7A5C-022B-9FA8F3F0C486}"/>
                </a:ext>
              </a:extLst>
            </p:cNvPr>
            <p:cNvSpPr/>
            <p:nvPr/>
          </p:nvSpPr>
          <p:spPr>
            <a:xfrm>
              <a:off x="5804341" y="3417758"/>
              <a:ext cx="1703832" cy="5486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12" name="Trapezoid 11">
              <a:extLst>
                <a:ext uri="{FF2B5EF4-FFF2-40B4-BE49-F238E27FC236}">
                  <a16:creationId xmlns:a16="http://schemas.microsoft.com/office/drawing/2014/main" id="{2991F14F-B6E2-CF50-889B-CBBC047A28D8}"/>
                </a:ext>
              </a:extLst>
            </p:cNvPr>
            <p:cNvSpPr/>
            <p:nvPr/>
          </p:nvSpPr>
          <p:spPr>
            <a:xfrm rot="10800000">
              <a:off x="5947597" y="3527486"/>
              <a:ext cx="1417320" cy="884682"/>
            </a:xfrm>
            <a:prstGeom prst="trapezoid">
              <a:avLst>
                <a:gd name="adj" fmla="val 60888"/>
              </a:avLst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087D969-8F85-4534-E0D0-CB156DD1BC56}"/>
                </a:ext>
              </a:extLst>
            </p:cNvPr>
            <p:cNvSpPr/>
            <p:nvPr/>
          </p:nvSpPr>
          <p:spPr>
            <a:xfrm>
              <a:off x="6357666" y="4412169"/>
              <a:ext cx="597183" cy="5486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79743429-4C49-0105-A720-90D1886F42FE}"/>
                </a:ext>
              </a:extLst>
            </p:cNvPr>
            <p:cNvSpPr/>
            <p:nvPr/>
          </p:nvSpPr>
          <p:spPr>
            <a:xfrm>
              <a:off x="5947596" y="358995"/>
              <a:ext cx="1417320" cy="645890"/>
            </a:xfrm>
            <a:prstGeom prst="arc">
              <a:avLst>
                <a:gd name="adj1" fmla="val 10821219"/>
                <a:gd name="adj2" fmla="val 13633224"/>
              </a:avLst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>
                <a:solidFill>
                  <a:schemeClr val="lt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E5A0534-AE6A-2773-0043-FB919ED0404A}"/>
                </a:ext>
              </a:extLst>
            </p:cNvPr>
            <p:cNvSpPr/>
            <p:nvPr/>
          </p:nvSpPr>
          <p:spPr>
            <a:xfrm>
              <a:off x="6384810" y="329183"/>
              <a:ext cx="542894" cy="5486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10296182-F231-4A54-EF80-F45CCB7460DB}"/>
                </a:ext>
              </a:extLst>
            </p:cNvPr>
            <p:cNvSpPr/>
            <p:nvPr/>
          </p:nvSpPr>
          <p:spPr>
            <a:xfrm flipH="1">
              <a:off x="5947595" y="358996"/>
              <a:ext cx="1417320" cy="645890"/>
            </a:xfrm>
            <a:prstGeom prst="arc">
              <a:avLst>
                <a:gd name="adj1" fmla="val 10821219"/>
                <a:gd name="adj2" fmla="val 13633224"/>
              </a:avLst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>
                <a:solidFill>
                  <a:schemeClr val="lt1"/>
                </a:solidFill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30F3363-4AA0-9EF3-DBC0-08A0B7507B03}"/>
                </a:ext>
              </a:extLst>
            </p:cNvPr>
            <p:cNvSpPr/>
            <p:nvPr/>
          </p:nvSpPr>
          <p:spPr>
            <a:xfrm rot="16200000">
              <a:off x="5267002" y="3119372"/>
              <a:ext cx="5138423" cy="942597"/>
            </a:xfrm>
            <a:custGeom>
              <a:avLst/>
              <a:gdLst>
                <a:gd name="csX0" fmla="*/ 5138423 w 5138423"/>
                <a:gd name="csY0" fmla="*/ 1 h 942597"/>
                <a:gd name="csX1" fmla="*/ 5138423 w 5138423"/>
                <a:gd name="csY1" fmla="*/ 680186 h 942597"/>
                <a:gd name="csX2" fmla="*/ 5137389 w 5138423"/>
                <a:gd name="csY2" fmla="*/ 680186 h 942597"/>
                <a:gd name="csX3" fmla="*/ 5132760 w 5138423"/>
                <a:gd name="csY3" fmla="*/ 723953 h 942597"/>
                <a:gd name="csX4" fmla="*/ 4921911 w 5138423"/>
                <a:gd name="csY4" fmla="*/ 936476 h 942597"/>
                <a:gd name="csX5" fmla="*/ 4881725 w 5138423"/>
                <a:gd name="csY5" fmla="*/ 941543 h 942597"/>
                <a:gd name="csX6" fmla="*/ 4881725 w 5138423"/>
                <a:gd name="csY6" fmla="*/ 942597 h 942597"/>
                <a:gd name="csX7" fmla="*/ 0 w 5138423"/>
                <a:gd name="csY7" fmla="*/ 942596 h 942597"/>
                <a:gd name="csX8" fmla="*/ 0 w 5138423"/>
                <a:gd name="csY8" fmla="*/ 845060 h 942597"/>
                <a:gd name="csX9" fmla="*/ 4197163 w 5138423"/>
                <a:gd name="csY9" fmla="*/ 845061 h 942597"/>
                <a:gd name="csX10" fmla="*/ 4197163 w 5138423"/>
                <a:gd name="csY10" fmla="*/ 0 h 942597"/>
                <a:gd name="csX11" fmla="*/ 4294699 w 5138423"/>
                <a:gd name="csY11" fmla="*/ 0 h 942597"/>
                <a:gd name="csX12" fmla="*/ 4294699 w 5138423"/>
                <a:gd name="csY12" fmla="*/ 845061 h 942597"/>
                <a:gd name="csX13" fmla="*/ 4875798 w 5138423"/>
                <a:gd name="csY13" fmla="*/ 845061 h 942597"/>
                <a:gd name="csX14" fmla="*/ 4922122 w 5138423"/>
                <a:gd name="csY14" fmla="*/ 836367 h 942597"/>
                <a:gd name="csX15" fmla="*/ 5028222 w 5138423"/>
                <a:gd name="csY15" fmla="*/ 736723 h 942597"/>
                <a:gd name="csX16" fmla="*/ 5040887 w 5138423"/>
                <a:gd name="csY16" fmla="*/ 674579 h 942597"/>
                <a:gd name="csX17" fmla="*/ 5040887 w 5138423"/>
                <a:gd name="csY17" fmla="*/ 1 h 942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5138423" h="942597">
                  <a:moveTo>
                    <a:pt x="5138423" y="1"/>
                  </a:moveTo>
                  <a:lnTo>
                    <a:pt x="5138423" y="680186"/>
                  </a:lnTo>
                  <a:lnTo>
                    <a:pt x="5137389" y="680186"/>
                  </a:lnTo>
                  <a:lnTo>
                    <a:pt x="5132760" y="723953"/>
                  </a:lnTo>
                  <a:cubicBezTo>
                    <a:pt x="5110912" y="829851"/>
                    <a:pt x="5028016" y="913717"/>
                    <a:pt x="4921911" y="936476"/>
                  </a:cubicBezTo>
                  <a:lnTo>
                    <a:pt x="4881725" y="941543"/>
                  </a:lnTo>
                  <a:lnTo>
                    <a:pt x="4881725" y="942597"/>
                  </a:lnTo>
                  <a:lnTo>
                    <a:pt x="0" y="942596"/>
                  </a:lnTo>
                  <a:lnTo>
                    <a:pt x="0" y="845060"/>
                  </a:lnTo>
                  <a:lnTo>
                    <a:pt x="4197163" y="845061"/>
                  </a:lnTo>
                  <a:lnTo>
                    <a:pt x="4197163" y="0"/>
                  </a:lnTo>
                  <a:lnTo>
                    <a:pt x="4294699" y="0"/>
                  </a:lnTo>
                  <a:lnTo>
                    <a:pt x="4294699" y="845061"/>
                  </a:lnTo>
                  <a:lnTo>
                    <a:pt x="4875798" y="845061"/>
                  </a:lnTo>
                  <a:lnTo>
                    <a:pt x="4922122" y="836367"/>
                  </a:lnTo>
                  <a:cubicBezTo>
                    <a:pt x="4970200" y="819786"/>
                    <a:pt x="5008808" y="783224"/>
                    <a:pt x="5028222" y="736723"/>
                  </a:cubicBezTo>
                  <a:lnTo>
                    <a:pt x="5040887" y="674579"/>
                  </a:lnTo>
                  <a:lnTo>
                    <a:pt x="5040887" y="1"/>
                  </a:ln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a-DK" sz="1200"/>
            </a:p>
          </p:txBody>
        </p:sp>
        <p:sp>
          <p:nvSpPr>
            <p:cNvPr id="41" name="Block Arc 40">
              <a:extLst>
                <a:ext uri="{FF2B5EF4-FFF2-40B4-BE49-F238E27FC236}">
                  <a16:creationId xmlns:a16="http://schemas.microsoft.com/office/drawing/2014/main" id="{59BC5B33-8E7F-65C9-4F53-EFE9E6E86082}"/>
                </a:ext>
              </a:extLst>
            </p:cNvPr>
            <p:cNvSpPr/>
            <p:nvPr/>
          </p:nvSpPr>
          <p:spPr>
            <a:xfrm rot="5400000">
              <a:off x="5928534" y="4111524"/>
              <a:ext cx="816137" cy="816137"/>
            </a:xfrm>
            <a:prstGeom prst="blockArc">
              <a:avLst>
                <a:gd name="adj1" fmla="val 16058258"/>
                <a:gd name="adj2" fmla="val 21565149"/>
                <a:gd name="adj3" fmla="val 21192"/>
              </a:avLst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0C06634-9729-8225-3780-5096262B5057}"/>
                </a:ext>
              </a:extLst>
            </p:cNvPr>
            <p:cNvSpPr/>
            <p:nvPr/>
          </p:nvSpPr>
          <p:spPr>
            <a:xfrm rot="16200000">
              <a:off x="6084856" y="4659611"/>
              <a:ext cx="175094" cy="3610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B6A1FF5-5A40-87EF-83E5-BC9BE1C2BE55}"/>
                </a:ext>
              </a:extLst>
            </p:cNvPr>
            <p:cNvSpPr/>
            <p:nvPr/>
          </p:nvSpPr>
          <p:spPr>
            <a:xfrm>
              <a:off x="5740325" y="4666387"/>
              <a:ext cx="256992" cy="36781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A09DDB2-15E9-4E27-F636-20BE0CDE34DD}"/>
                </a:ext>
              </a:extLst>
            </p:cNvPr>
            <p:cNvSpPr/>
            <p:nvPr/>
          </p:nvSpPr>
          <p:spPr>
            <a:xfrm>
              <a:off x="5672944" y="4629313"/>
              <a:ext cx="391754" cy="3707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DA82D02-C767-EB08-98C3-A72F1AB56A2B}"/>
                </a:ext>
              </a:extLst>
            </p:cNvPr>
            <p:cNvSpPr/>
            <p:nvPr/>
          </p:nvSpPr>
          <p:spPr>
            <a:xfrm>
              <a:off x="5672944" y="5071275"/>
              <a:ext cx="391754" cy="3707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0ABD320-37AF-B137-BD9F-89744CFF4B2F}"/>
                </a:ext>
              </a:extLst>
            </p:cNvPr>
            <p:cNvSpPr/>
            <p:nvPr/>
          </p:nvSpPr>
          <p:spPr>
            <a:xfrm>
              <a:off x="5672944" y="5034202"/>
              <a:ext cx="391754" cy="3707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48" name="Trapezoid 47">
              <a:extLst>
                <a:ext uri="{FF2B5EF4-FFF2-40B4-BE49-F238E27FC236}">
                  <a16:creationId xmlns:a16="http://schemas.microsoft.com/office/drawing/2014/main" id="{922F829B-15E4-A216-790C-C2FC9CD6721A}"/>
                </a:ext>
              </a:extLst>
            </p:cNvPr>
            <p:cNvSpPr/>
            <p:nvPr/>
          </p:nvSpPr>
          <p:spPr>
            <a:xfrm rot="10800000">
              <a:off x="5740325" y="5108348"/>
              <a:ext cx="256992" cy="465744"/>
            </a:xfrm>
            <a:prstGeom prst="trapezoid">
              <a:avLst>
                <a:gd name="adj" fmla="val 27635"/>
              </a:avLst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9C012E4-7080-DBF1-CD7C-1DCB7E38249F}"/>
                </a:ext>
              </a:extLst>
            </p:cNvPr>
            <p:cNvSpPr/>
            <p:nvPr/>
          </p:nvSpPr>
          <p:spPr>
            <a:xfrm>
              <a:off x="5672944" y="4592240"/>
              <a:ext cx="391754" cy="3707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BD4D6D4-78C9-3B62-DADB-CD1FA2F2A687}"/>
                </a:ext>
              </a:extLst>
            </p:cNvPr>
            <p:cNvGrpSpPr/>
            <p:nvPr/>
          </p:nvGrpSpPr>
          <p:grpSpPr>
            <a:xfrm rot="16200000">
              <a:off x="6147097" y="4812925"/>
              <a:ext cx="391754" cy="74146"/>
              <a:chOff x="6166657" y="5110088"/>
              <a:chExt cx="391754" cy="74146"/>
            </a:xfrm>
            <a:grpFill/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7DAF37D0-1197-BD33-4C76-8ACEC31EAF87}"/>
                  </a:ext>
                </a:extLst>
              </p:cNvPr>
              <p:cNvSpPr/>
              <p:nvPr/>
            </p:nvSpPr>
            <p:spPr>
              <a:xfrm>
                <a:off x="6166657" y="5147161"/>
                <a:ext cx="391754" cy="3707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 sz="1200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0D2CE379-88B1-C703-B5F5-FBF37FCE628B}"/>
                  </a:ext>
                </a:extLst>
              </p:cNvPr>
              <p:cNvSpPr/>
              <p:nvPr/>
            </p:nvSpPr>
            <p:spPr>
              <a:xfrm>
                <a:off x="6166657" y="5110088"/>
                <a:ext cx="391754" cy="3707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 sz="1200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8C5DAA-3462-3B5B-80C4-5A08FB4EAF9B}"/>
                </a:ext>
              </a:extLst>
            </p:cNvPr>
            <p:cNvSpPr/>
            <p:nvPr/>
          </p:nvSpPr>
          <p:spPr>
            <a:xfrm>
              <a:off x="6357666" y="4467033"/>
              <a:ext cx="597183" cy="5486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7CBDBB7-C3FB-4A4F-A6B4-962210A83A3D}"/>
                </a:ext>
              </a:extLst>
            </p:cNvPr>
            <p:cNvSpPr/>
            <p:nvPr/>
          </p:nvSpPr>
          <p:spPr>
            <a:xfrm>
              <a:off x="4112955" y="4247704"/>
              <a:ext cx="391754" cy="109640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BA78329-6461-C013-8B45-5D7AE6C09BC0}"/>
                </a:ext>
              </a:extLst>
            </p:cNvPr>
            <p:cNvSpPr/>
            <p:nvPr/>
          </p:nvSpPr>
          <p:spPr>
            <a:xfrm>
              <a:off x="4750372" y="4247704"/>
              <a:ext cx="391754" cy="109640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A671E10-8EEC-0180-B032-8A5D27E26192}"/>
                </a:ext>
              </a:extLst>
            </p:cNvPr>
            <p:cNvSpPr/>
            <p:nvPr/>
          </p:nvSpPr>
          <p:spPr>
            <a:xfrm>
              <a:off x="5672944" y="5611166"/>
              <a:ext cx="391754" cy="3707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910071F-F5C3-EFC3-5CD6-F0CF25592174}"/>
                </a:ext>
              </a:extLst>
            </p:cNvPr>
            <p:cNvSpPr/>
            <p:nvPr/>
          </p:nvSpPr>
          <p:spPr>
            <a:xfrm>
              <a:off x="5672944" y="5574093"/>
              <a:ext cx="391754" cy="3707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899D5A1-97C3-2C72-E338-F44D15A75B6B}"/>
                </a:ext>
              </a:extLst>
            </p:cNvPr>
            <p:cNvSpPr/>
            <p:nvPr/>
          </p:nvSpPr>
          <p:spPr>
            <a:xfrm>
              <a:off x="5811516" y="5648294"/>
              <a:ext cx="117018" cy="4572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0E4F2AD-F4FE-34A1-3AB4-A1FE69614B33}"/>
                </a:ext>
              </a:extLst>
            </p:cNvPr>
            <p:cNvSpPr/>
            <p:nvPr/>
          </p:nvSpPr>
          <p:spPr>
            <a:xfrm>
              <a:off x="5153820" y="5687834"/>
              <a:ext cx="1432410" cy="866892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641DCA3-F294-6D66-79FB-850C3D7F65B5}"/>
                </a:ext>
              </a:extLst>
            </p:cNvPr>
            <p:cNvSpPr/>
            <p:nvPr/>
          </p:nvSpPr>
          <p:spPr>
            <a:xfrm>
              <a:off x="7918547" y="5896367"/>
              <a:ext cx="667437" cy="65835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9C6E07C9-3D1B-37B0-855B-EBF2D01F4C59}"/>
                </a:ext>
              </a:extLst>
            </p:cNvPr>
            <p:cNvSpPr/>
            <p:nvPr/>
          </p:nvSpPr>
          <p:spPr>
            <a:xfrm>
              <a:off x="7955085" y="5928366"/>
              <a:ext cx="594360" cy="594360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200"/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C6293EE-497E-2E2F-2574-91FB0480C12A}"/>
              </a:ext>
            </a:extLst>
          </p:cNvPr>
          <p:cNvCxnSpPr>
            <a:cxnSpLocks/>
          </p:cNvCxnSpPr>
          <p:nvPr/>
        </p:nvCxnSpPr>
        <p:spPr>
          <a:xfrm>
            <a:off x="5759843" y="509016"/>
            <a:ext cx="1509778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1A1FC44-0ABE-7FEA-0676-D7B8DBAC77BF}"/>
              </a:ext>
            </a:extLst>
          </p:cNvPr>
          <p:cNvCxnSpPr>
            <a:cxnSpLocks/>
          </p:cNvCxnSpPr>
          <p:nvPr/>
        </p:nvCxnSpPr>
        <p:spPr>
          <a:xfrm flipV="1">
            <a:off x="8288667" y="3456174"/>
            <a:ext cx="1" cy="87056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3990486-C814-BC96-C9CB-F3E1F867195C}"/>
              </a:ext>
            </a:extLst>
          </p:cNvPr>
          <p:cNvCxnSpPr>
            <a:cxnSpLocks/>
          </p:cNvCxnSpPr>
          <p:nvPr/>
        </p:nvCxnSpPr>
        <p:spPr>
          <a:xfrm flipV="1">
            <a:off x="8288665" y="1661455"/>
            <a:ext cx="3" cy="1789424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CAA7C45-2AAE-8A32-793F-F8C7BC6B3C44}"/>
              </a:ext>
            </a:extLst>
          </p:cNvPr>
          <p:cNvCxnSpPr>
            <a:cxnSpLocks/>
          </p:cNvCxnSpPr>
          <p:nvPr/>
        </p:nvCxnSpPr>
        <p:spPr>
          <a:xfrm flipV="1">
            <a:off x="8288663" y="1033281"/>
            <a:ext cx="5" cy="62552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57C88CA-81FE-5CC8-502D-C50D4C1E0B61}"/>
              </a:ext>
            </a:extLst>
          </p:cNvPr>
          <p:cNvCxnSpPr>
            <a:cxnSpLocks/>
          </p:cNvCxnSpPr>
          <p:nvPr/>
        </p:nvCxnSpPr>
        <p:spPr>
          <a:xfrm flipV="1">
            <a:off x="8288662" y="670749"/>
            <a:ext cx="6" cy="36782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1292EDE-E030-C95F-A6C0-26958950F894}"/>
              </a:ext>
            </a:extLst>
          </p:cNvPr>
          <p:cNvCxnSpPr>
            <a:cxnSpLocks/>
          </p:cNvCxnSpPr>
          <p:nvPr/>
        </p:nvCxnSpPr>
        <p:spPr>
          <a:xfrm>
            <a:off x="6821206" y="4337329"/>
            <a:ext cx="1467456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B442135-3781-FE71-D215-05F3F566F81D}"/>
              </a:ext>
            </a:extLst>
          </p:cNvPr>
          <p:cNvCxnSpPr>
            <a:cxnSpLocks/>
          </p:cNvCxnSpPr>
          <p:nvPr/>
        </p:nvCxnSpPr>
        <p:spPr>
          <a:xfrm>
            <a:off x="7331075" y="3454333"/>
            <a:ext cx="957587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95614E1-631B-9F4A-C0E0-280B36283C09}"/>
              </a:ext>
            </a:extLst>
          </p:cNvPr>
          <p:cNvCxnSpPr>
            <a:cxnSpLocks/>
          </p:cNvCxnSpPr>
          <p:nvPr/>
        </p:nvCxnSpPr>
        <p:spPr>
          <a:xfrm>
            <a:off x="7331074" y="1658808"/>
            <a:ext cx="957587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696DDE5-D0B2-9453-D921-000FFCEE6B4B}"/>
              </a:ext>
            </a:extLst>
          </p:cNvPr>
          <p:cNvCxnSpPr>
            <a:cxnSpLocks/>
          </p:cNvCxnSpPr>
          <p:nvPr/>
        </p:nvCxnSpPr>
        <p:spPr>
          <a:xfrm>
            <a:off x="7331074" y="1033281"/>
            <a:ext cx="957587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E530D66-6B5C-16A1-1572-9336CB8F79C8}"/>
              </a:ext>
            </a:extLst>
          </p:cNvPr>
          <p:cNvCxnSpPr>
            <a:cxnSpLocks/>
          </p:cNvCxnSpPr>
          <p:nvPr/>
        </p:nvCxnSpPr>
        <p:spPr>
          <a:xfrm>
            <a:off x="6790827" y="670749"/>
            <a:ext cx="1497834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77E1F0BC-40F9-291E-89C0-071073B8E135}"/>
              </a:ext>
            </a:extLst>
          </p:cNvPr>
          <p:cNvSpPr txBox="1"/>
          <p:nvPr/>
        </p:nvSpPr>
        <p:spPr>
          <a:xfrm>
            <a:off x="8324225" y="639641"/>
            <a:ext cx="526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200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682BDAA-48AA-84B1-7D7D-9212F5BB24A6}"/>
              </a:ext>
            </a:extLst>
          </p:cNvPr>
          <p:cNvSpPr txBox="1"/>
          <p:nvPr/>
        </p:nvSpPr>
        <p:spPr>
          <a:xfrm>
            <a:off x="8341285" y="1161378"/>
            <a:ext cx="526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500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4261B52-51DF-DCA3-9068-DF8DE6C14D07}"/>
              </a:ext>
            </a:extLst>
          </p:cNvPr>
          <p:cNvSpPr txBox="1"/>
          <p:nvPr/>
        </p:nvSpPr>
        <p:spPr>
          <a:xfrm>
            <a:off x="8346097" y="2371501"/>
            <a:ext cx="526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1400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F717727-9ADF-9952-1904-B89E5BA5BFBC}"/>
              </a:ext>
            </a:extLst>
          </p:cNvPr>
          <p:cNvSpPr txBox="1"/>
          <p:nvPr/>
        </p:nvSpPr>
        <p:spPr>
          <a:xfrm>
            <a:off x="8324225" y="3706790"/>
            <a:ext cx="526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600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6000396-174D-D7A8-F326-E6768180CACC}"/>
              </a:ext>
            </a:extLst>
          </p:cNvPr>
          <p:cNvSpPr txBox="1"/>
          <p:nvPr/>
        </p:nvSpPr>
        <p:spPr>
          <a:xfrm>
            <a:off x="6233102" y="243269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1000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6299CB5-7020-E735-711E-A9BDF83D7A77}"/>
              </a:ext>
            </a:extLst>
          </p:cNvPr>
          <p:cNvSpPr txBox="1"/>
          <p:nvPr/>
        </p:nvSpPr>
        <p:spPr>
          <a:xfrm>
            <a:off x="6060018" y="1123247"/>
            <a:ext cx="909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Georgia" panose="02040502050405020303" pitchFamily="18" charset="0"/>
              </a:rPr>
              <a:t>Melting</a:t>
            </a:r>
          </a:p>
          <a:p>
            <a:pPr algn="ctr"/>
            <a:r>
              <a:rPr lang="en-US" sz="1200" dirty="0">
                <a:latin typeface="Georgia" panose="02040502050405020303" pitchFamily="18" charset="0"/>
              </a:rPr>
              <a:t>chamber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154E944-3D10-AF44-862B-4A1E70FCCA19}"/>
              </a:ext>
            </a:extLst>
          </p:cNvPr>
          <p:cNvSpPr txBox="1"/>
          <p:nvPr/>
        </p:nvSpPr>
        <p:spPr>
          <a:xfrm>
            <a:off x="5991917" y="2264903"/>
            <a:ext cx="1045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Georgia" panose="02040502050405020303" pitchFamily="18" charset="0"/>
              </a:rPr>
              <a:t>Atomization</a:t>
            </a:r>
          </a:p>
          <a:p>
            <a:pPr algn="ctr"/>
            <a:r>
              <a:rPr lang="en-US" sz="1200" dirty="0">
                <a:latin typeface="Georgia" panose="02040502050405020303" pitchFamily="18" charset="0"/>
              </a:rPr>
              <a:t>chamber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CCC819C-DC63-DEA9-C5A1-0BF08CFFADB0}"/>
              </a:ext>
            </a:extLst>
          </p:cNvPr>
          <p:cNvSpPr txBox="1"/>
          <p:nvPr/>
        </p:nvSpPr>
        <p:spPr>
          <a:xfrm>
            <a:off x="4200765" y="3553688"/>
            <a:ext cx="10496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Georgia" panose="02040502050405020303" pitchFamily="18" charset="0"/>
              </a:rPr>
              <a:t>Water filters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4B4AFB2-A9A5-4586-8911-4674A39A50BD}"/>
              </a:ext>
            </a:extLst>
          </p:cNvPr>
          <p:cNvSpPr txBox="1"/>
          <p:nvPr/>
        </p:nvSpPr>
        <p:spPr>
          <a:xfrm>
            <a:off x="6642629" y="5640635"/>
            <a:ext cx="833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Georgia" panose="02040502050405020303" pitchFamily="18" charset="0"/>
              </a:rPr>
              <a:t>Vacuum</a:t>
            </a:r>
          </a:p>
          <a:p>
            <a:pPr algn="ctr"/>
            <a:r>
              <a:rPr lang="en-US" sz="1200" dirty="0">
                <a:latin typeface="Georgia" panose="02040502050405020303" pitchFamily="18" charset="0"/>
              </a:rPr>
              <a:t>pump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8C136A1-BC48-4AD9-6CAA-6C0AA2961E80}"/>
              </a:ext>
            </a:extLst>
          </p:cNvPr>
          <p:cNvSpPr txBox="1"/>
          <p:nvPr/>
        </p:nvSpPr>
        <p:spPr>
          <a:xfrm>
            <a:off x="6106834" y="4962308"/>
            <a:ext cx="747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Georgia" panose="02040502050405020303" pitchFamily="18" charset="0"/>
              </a:rPr>
              <a:t>Cyclone</a:t>
            </a:r>
            <a:endParaRPr lang="da-DK" sz="1200" dirty="0">
              <a:latin typeface="Georgia" panose="02040502050405020303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E321DB0-8209-3AA7-1B8E-EB98D198F18F}"/>
              </a:ext>
            </a:extLst>
          </p:cNvPr>
          <p:cNvSpPr txBox="1"/>
          <p:nvPr/>
        </p:nvSpPr>
        <p:spPr>
          <a:xfrm>
            <a:off x="5419318" y="5579199"/>
            <a:ext cx="826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Georgia" panose="02040502050405020303" pitchFamily="18" charset="0"/>
              </a:rPr>
              <a:t>Powder container</a:t>
            </a:r>
            <a:endParaRPr lang="da-DK" sz="1200" dirty="0">
              <a:latin typeface="Georgia" panose="02040502050405020303" pitchFamily="18" charset="0"/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CB5074B-7082-38FE-3779-7597F21B6ACD}"/>
              </a:ext>
            </a:extLst>
          </p:cNvPr>
          <p:cNvCxnSpPr>
            <a:cxnSpLocks/>
            <a:stCxn id="99" idx="2"/>
            <a:endCxn id="51" idx="0"/>
          </p:cNvCxnSpPr>
          <p:nvPr/>
        </p:nvCxnSpPr>
        <p:spPr>
          <a:xfrm flipH="1">
            <a:off x="4434661" y="3830687"/>
            <a:ext cx="290916" cy="312293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8A9970E-B03B-2C28-D2E4-BAC4321C9025}"/>
              </a:ext>
            </a:extLst>
          </p:cNvPr>
          <p:cNvCxnSpPr>
            <a:cxnSpLocks/>
            <a:stCxn id="99" idx="2"/>
            <a:endCxn id="52" idx="0"/>
          </p:cNvCxnSpPr>
          <p:nvPr/>
        </p:nvCxnSpPr>
        <p:spPr>
          <a:xfrm>
            <a:off x="4725577" y="3830687"/>
            <a:ext cx="273904" cy="312293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DA9CD398-E300-5BCF-6F69-09FA3F93CE68}"/>
              </a:ext>
            </a:extLst>
          </p:cNvPr>
          <p:cNvCxnSpPr>
            <a:cxnSpLocks/>
          </p:cNvCxnSpPr>
          <p:nvPr/>
        </p:nvCxnSpPr>
        <p:spPr>
          <a:xfrm>
            <a:off x="7397452" y="5899478"/>
            <a:ext cx="233646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B86AC52-046A-514C-FB32-20ABD9C103CF}"/>
              </a:ext>
            </a:extLst>
          </p:cNvPr>
          <p:cNvCxnSpPr>
            <a:cxnSpLocks/>
          </p:cNvCxnSpPr>
          <p:nvPr/>
        </p:nvCxnSpPr>
        <p:spPr>
          <a:xfrm flipH="1">
            <a:off x="5903459" y="5102221"/>
            <a:ext cx="271974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739171DD-14FF-BD1C-4857-8001FF2842BD}"/>
              </a:ext>
            </a:extLst>
          </p:cNvPr>
          <p:cNvCxnSpPr>
            <a:cxnSpLocks/>
            <a:stCxn id="9" idx="1"/>
          </p:cNvCxnSpPr>
          <p:nvPr/>
        </p:nvCxnSpPr>
        <p:spPr>
          <a:xfrm flipV="1">
            <a:off x="5759843" y="539840"/>
            <a:ext cx="0" cy="469134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DA8F3EA0-AD55-8C04-C525-47E7616CF718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7269621" y="532105"/>
            <a:ext cx="0" cy="476869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E2F689D3-A4A0-0A39-BDBE-64A37AE3011E}"/>
              </a:ext>
            </a:extLst>
          </p:cNvPr>
          <p:cNvSpPr txBox="1"/>
          <p:nvPr/>
        </p:nvSpPr>
        <p:spPr>
          <a:xfrm rot="16200000">
            <a:off x="3125339" y="4575996"/>
            <a:ext cx="10496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Georgia" panose="02040502050405020303" pitchFamily="18" charset="0"/>
              </a:rPr>
              <a:t>Outside</a:t>
            </a:r>
            <a:endParaRPr lang="da-DK" sz="12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183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4424</TotalTime>
  <Words>18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Georgia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Reymond</dc:creator>
  <cp:lastModifiedBy>Hugo Reymond</cp:lastModifiedBy>
  <cp:revision>5</cp:revision>
  <dcterms:created xsi:type="dcterms:W3CDTF">2026-03-09T15:48:13Z</dcterms:created>
  <dcterms:modified xsi:type="dcterms:W3CDTF">2026-03-12T17:32:32Z</dcterms:modified>
</cp:coreProperties>
</file>