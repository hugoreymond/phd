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42" autoAdjust="0"/>
    <p:restoredTop sz="94660"/>
  </p:normalViewPr>
  <p:slideViewPr>
    <p:cSldViewPr snapToGrid="0">
      <p:cViewPr>
        <p:scale>
          <a:sx n="100" d="100"/>
          <a:sy n="100" d="100"/>
        </p:scale>
        <p:origin x="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D59D-CAE2-3AB2-7532-993AC340D9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2863A1-B314-4B88-9313-39B146BA3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D64AE-C664-A41E-380A-AF9769D67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AB633-C0FA-A1B3-F1AF-62FF5256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E816E-3AD3-B7E8-421C-7CC20EB8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6143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F2DB4-173F-67A0-21A9-D584B33DF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58D4C-C511-37D3-C78D-DB5A0E5C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5C049-83B4-5063-9977-568567A19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71EA7-5D09-B564-1244-D76A778D5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1D4F7-4041-FDFE-236E-18FB78E2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36229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66AEE-3369-9A1B-7F73-BA0DACB27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2A839-CC4D-0189-305C-CE4BAB819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6285E-A768-1C45-F2F2-1095D1E51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2E6BB-272E-E309-1EB8-C8275A400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4DA0F-FA26-3239-2583-7FEF6EE6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2609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DBB-0B07-0375-5D0D-B55BE821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CDBB9-6F26-F183-2724-43F07BD3D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BFC1A-03DF-F1C3-28A6-9DF891E05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50AAC-D593-F8BD-9FB9-C259CBD25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DD532-7B80-01D1-D12C-0F25A763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FB0480-1D25-1D2D-7454-408CB2266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19579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6EFAE-51EA-6D7D-A915-607246677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6BC9B-B26A-CBE3-812E-B88202530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E7DB1-D501-DBA5-ADB5-619B4851B7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94A36-81DC-2A11-9D78-B9B7E062E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7EA10C-4CFA-C58B-28AC-28061F5752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261A34-6229-7A68-9F77-E75EA1E7A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4C9220-1867-366B-77D3-951CBACC5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A51112-CEF9-D1B6-3A86-763089A5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623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2E176-5DA1-FC3A-8075-A4D6398BF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93B00C-68AB-615D-EFF1-634A77DA9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A4903-792C-2529-DD85-F66D9F734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277906-FE58-6E83-6DCA-FDF2FB520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2005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F116F-00EC-D10C-EA6C-B2A0209B2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2399B-F506-8B56-1DD6-101955C78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9A018-6FBA-C83D-63C4-7741EACC0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970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9FD79-9564-8BAC-56A9-752551977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3015E-35E6-7728-45EF-5089585DD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A9B64-5C18-FC12-3322-7B2234CF0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24C001-E8FE-D503-8794-336C4265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5C82F-059E-0CD6-F028-FDCFCDF32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BC95B-0BB6-5BDE-EBDA-F07933D8A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0241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CD2F1-475E-9CA9-CE4C-CAEF8914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51123-F9EE-B5AF-2A3D-D83D41023C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C6EABB-5B6E-A1DF-DACD-DAB38DD73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FA60-4DB3-8380-FBA2-C15DA36BC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68AC2-7AC8-8B7B-81AF-E75BC5DF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A93A9-BE27-26A4-B022-8457C7A4F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1793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DE8DD-687C-1E40-3801-AF7EA19CA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93B93-3A2A-CAE4-F0CD-9FD2317DC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7D74F-D4C9-1F4B-45EB-CABF4797F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9CE5-A06B-213D-1483-0B4F9449B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4EAEB-DBD4-66E0-E741-B61F84C2B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2927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BB1ABE-857B-00E0-8417-3DAAB5595E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0FCDD-816B-AB8C-669F-06F50A09C6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ACD9F-0A62-A1DA-0D2F-B1A09155A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04A5F-438A-6C1B-9358-3434988DB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ED242-5243-1A87-A015-A805AA95E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36598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E4D21E-50C7-2267-9D86-FC837258D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84A08-BD09-54D6-CC4F-42E4173B9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C9015-C0DC-B7EE-F8B7-2DAC6C7C9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DF12A2-A45C-4C73-A3AF-07FD579691A8}" type="datetimeFigureOut">
              <a:rPr lang="da-DK" smtClean="0"/>
              <a:t>03-07-2026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1E521-5A07-E473-3F0E-0E2F4160A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5029D-B520-BAD3-E2DD-870242D6A7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4490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9E727673-63FD-1D54-1846-E653E826990F}"/>
              </a:ext>
            </a:extLst>
          </p:cNvPr>
          <p:cNvSpPr/>
          <p:nvPr/>
        </p:nvSpPr>
        <p:spPr>
          <a:xfrm>
            <a:off x="9471037" y="2304789"/>
            <a:ext cx="1319284" cy="895985"/>
          </a:xfrm>
          <a:prstGeom prst="rect">
            <a:avLst/>
          </a:prstGeom>
          <a:solidFill>
            <a:schemeClr val="accent3">
              <a:lumMod val="60000"/>
              <a:lumOff val="40000"/>
              <a:alpha val="50196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1166C-0D7D-D870-8F70-4B33872EE911}"/>
              </a:ext>
            </a:extLst>
          </p:cNvPr>
          <p:cNvSpPr/>
          <p:nvPr/>
        </p:nvSpPr>
        <p:spPr>
          <a:xfrm>
            <a:off x="6337722" y="2156617"/>
            <a:ext cx="1393512" cy="480060"/>
          </a:xfrm>
          <a:prstGeom prst="rect">
            <a:avLst/>
          </a:prstGeom>
          <a:solidFill>
            <a:srgbClr val="D9D9D9">
              <a:alpha val="50196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11EBF-5A61-3F64-CF10-16850B762BE7}"/>
              </a:ext>
            </a:extLst>
          </p:cNvPr>
          <p:cNvSpPr/>
          <p:nvPr/>
        </p:nvSpPr>
        <p:spPr>
          <a:xfrm>
            <a:off x="4796581" y="1464721"/>
            <a:ext cx="1336358" cy="12801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77482-8737-F410-E999-E0D127494255}"/>
              </a:ext>
            </a:extLst>
          </p:cNvPr>
          <p:cNvSpPr/>
          <p:nvPr/>
        </p:nvSpPr>
        <p:spPr>
          <a:xfrm>
            <a:off x="6395069" y="1464721"/>
            <a:ext cx="1336165" cy="12801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9AB1F-3885-5737-BDB5-BEB7D03A069E}"/>
              </a:ext>
            </a:extLst>
          </p:cNvPr>
          <p:cNvSpPr/>
          <p:nvPr/>
        </p:nvSpPr>
        <p:spPr>
          <a:xfrm>
            <a:off x="6199615" y="1464721"/>
            <a:ext cx="128588" cy="219456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21D68A-7EB2-AB44-D83E-CB27B8CA2C5B}"/>
              </a:ext>
            </a:extLst>
          </p:cNvPr>
          <p:cNvSpPr/>
          <p:nvPr/>
        </p:nvSpPr>
        <p:spPr>
          <a:xfrm>
            <a:off x="5595730" y="1336705"/>
            <a:ext cx="1336358" cy="12801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57A971-6736-24E2-B566-334D22C4A394}"/>
              </a:ext>
            </a:extLst>
          </p:cNvPr>
          <p:cNvCxnSpPr>
            <a:cxnSpLocks/>
          </p:cNvCxnSpPr>
          <p:nvPr/>
        </p:nvCxnSpPr>
        <p:spPr>
          <a:xfrm flipH="1">
            <a:off x="6403164" y="2388265"/>
            <a:ext cx="28855" cy="248412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FAB7884-ACCB-A8A6-ED32-BE09A5038217}"/>
              </a:ext>
            </a:extLst>
          </p:cNvPr>
          <p:cNvSpPr/>
          <p:nvPr/>
        </p:nvSpPr>
        <p:spPr>
          <a:xfrm>
            <a:off x="6366303" y="3392073"/>
            <a:ext cx="1364931" cy="480060"/>
          </a:xfrm>
          <a:custGeom>
            <a:avLst/>
            <a:gdLst>
              <a:gd name="csX0" fmla="*/ 128584 w 2492692"/>
              <a:gd name="csY0" fmla="*/ 0 h 480060"/>
              <a:gd name="csX1" fmla="*/ 2492692 w 2492692"/>
              <a:gd name="csY1" fmla="*/ 0 h 480060"/>
              <a:gd name="csX2" fmla="*/ 2492692 w 2492692"/>
              <a:gd name="csY2" fmla="*/ 480060 h 480060"/>
              <a:gd name="csX3" fmla="*/ 0 w 2492692"/>
              <a:gd name="csY3" fmla="*/ 480060 h 480060"/>
              <a:gd name="csX4" fmla="*/ 0 w 2492692"/>
              <a:gd name="csY4" fmla="*/ 480051 h 4800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2692" h="480060">
                <a:moveTo>
                  <a:pt x="128584" y="0"/>
                </a:moveTo>
                <a:lnTo>
                  <a:pt x="2492692" y="0"/>
                </a:lnTo>
                <a:lnTo>
                  <a:pt x="2492692" y="480060"/>
                </a:lnTo>
                <a:lnTo>
                  <a:pt x="0" y="480060"/>
                </a:lnTo>
                <a:lnTo>
                  <a:pt x="0" y="480051"/>
                </a:lnTo>
                <a:close/>
              </a:path>
            </a:pathLst>
          </a:custGeom>
          <a:solidFill>
            <a:srgbClr val="D9D9D9">
              <a:alpha val="50196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a-DK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283D16-DFCF-DE74-9469-F95F4699475A}"/>
              </a:ext>
            </a:extLst>
          </p:cNvPr>
          <p:cNvCxnSpPr>
            <a:cxnSpLocks/>
          </p:cNvCxnSpPr>
          <p:nvPr/>
        </p:nvCxnSpPr>
        <p:spPr>
          <a:xfrm flipH="1">
            <a:off x="6432019" y="3623721"/>
            <a:ext cx="99060" cy="248412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A9266E7-7884-FFA2-EE01-85B952388E60}"/>
              </a:ext>
            </a:extLst>
          </p:cNvPr>
          <p:cNvSpPr/>
          <p:nvPr/>
        </p:nvSpPr>
        <p:spPr>
          <a:xfrm>
            <a:off x="6240096" y="1334324"/>
            <a:ext cx="47625" cy="283464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EF10A3-A65D-3133-8373-B908A64CEB45}"/>
              </a:ext>
            </a:extLst>
          </p:cNvPr>
          <p:cNvSpPr txBox="1"/>
          <p:nvPr/>
        </p:nvSpPr>
        <p:spPr>
          <a:xfrm>
            <a:off x="454380" y="1329690"/>
            <a:ext cx="1510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Georgia" panose="02040502050405020303" pitchFamily="18" charset="0"/>
              </a:rPr>
              <a:t>mn</a:t>
            </a:r>
            <a:r>
              <a:rPr lang="en-US" sz="1400" dirty="0">
                <a:latin typeface="Georgia" panose="02040502050405020303" pitchFamily="18" charset="0"/>
              </a:rPr>
              <a:t>: melt nozzle</a:t>
            </a:r>
            <a:endParaRPr lang="da-DK" sz="1400" dirty="0">
              <a:latin typeface="Georgia" panose="02040502050405020303" pitchFamily="18" charset="0"/>
            </a:endParaRPr>
          </a:p>
          <a:p>
            <a:r>
              <a:rPr lang="da-DK" sz="1400" dirty="0">
                <a:latin typeface="Georgia" panose="02040502050405020303" pitchFamily="18" charset="0"/>
              </a:rPr>
              <a:t>α: </a:t>
            </a:r>
            <a:r>
              <a:rPr lang="da-DK" sz="1400" dirty="0" err="1">
                <a:latin typeface="Georgia" panose="02040502050405020303" pitchFamily="18" charset="0"/>
              </a:rPr>
              <a:t>apex</a:t>
            </a:r>
            <a:r>
              <a:rPr lang="da-DK" sz="1400" dirty="0">
                <a:latin typeface="Georgia" panose="02040502050405020303" pitchFamily="18" charset="0"/>
              </a:rPr>
              <a:t> angle</a:t>
            </a:r>
          </a:p>
          <a:p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dirty="0">
                <a:latin typeface="Georgia" panose="02040502050405020303" pitchFamily="18" charset="0"/>
              </a:rPr>
              <a:t>: swirl angle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98A730-59EF-857F-B511-E2ABBA4D6875}"/>
              </a:ext>
            </a:extLst>
          </p:cNvPr>
          <p:cNvCxnSpPr>
            <a:cxnSpLocks/>
          </p:cNvCxnSpPr>
          <p:nvPr/>
        </p:nvCxnSpPr>
        <p:spPr>
          <a:xfrm flipV="1">
            <a:off x="6263909" y="989487"/>
            <a:ext cx="0" cy="2669794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2B581A-C1CC-B59E-C8AC-76F5E8F56F37}"/>
              </a:ext>
            </a:extLst>
          </p:cNvPr>
          <p:cNvCxnSpPr>
            <a:cxnSpLocks/>
          </p:cNvCxnSpPr>
          <p:nvPr/>
        </p:nvCxnSpPr>
        <p:spPr>
          <a:xfrm>
            <a:off x="5491590" y="3659281"/>
            <a:ext cx="2482850" cy="0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FBC2E67-EF30-C73E-8D29-A23B961A81BB}"/>
              </a:ext>
            </a:extLst>
          </p:cNvPr>
          <p:cNvSpPr txBox="1"/>
          <p:nvPr/>
        </p:nvSpPr>
        <p:spPr>
          <a:xfrm>
            <a:off x="6225808" y="773369"/>
            <a:ext cx="2585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Z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93CFF2-FAE7-D0B8-568D-BA86DE9CC6EF}"/>
              </a:ext>
            </a:extLst>
          </p:cNvPr>
          <p:cNvSpPr txBox="1"/>
          <p:nvPr/>
        </p:nvSpPr>
        <p:spPr>
          <a:xfrm>
            <a:off x="7923767" y="3505392"/>
            <a:ext cx="2585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R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FCEAFA-76D6-8F02-7892-F132550C4D6C}"/>
              </a:ext>
            </a:extLst>
          </p:cNvPr>
          <p:cNvCxnSpPr>
            <a:cxnSpLocks/>
          </p:cNvCxnSpPr>
          <p:nvPr/>
        </p:nvCxnSpPr>
        <p:spPr>
          <a:xfrm flipV="1">
            <a:off x="6403164" y="1961831"/>
            <a:ext cx="78385" cy="674846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rc 38">
            <a:extLst>
              <a:ext uri="{FF2B5EF4-FFF2-40B4-BE49-F238E27FC236}">
                <a16:creationId xmlns:a16="http://schemas.microsoft.com/office/drawing/2014/main" id="{4CD99B12-B382-3E1A-7EFB-BBA4DEB00801}"/>
              </a:ext>
            </a:extLst>
          </p:cNvPr>
          <p:cNvSpPr/>
          <p:nvPr/>
        </p:nvSpPr>
        <p:spPr>
          <a:xfrm>
            <a:off x="6114555" y="2005741"/>
            <a:ext cx="457200" cy="457200"/>
          </a:xfrm>
          <a:prstGeom prst="arc">
            <a:avLst>
              <a:gd name="adj1" fmla="val 14985669"/>
              <a:gd name="adj2" fmla="val 18254040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8E6001F-6BAA-8D0D-9FC2-B638600D4655}"/>
              </a:ext>
            </a:extLst>
          </p:cNvPr>
          <p:cNvCxnSpPr>
            <a:cxnSpLocks/>
          </p:cNvCxnSpPr>
          <p:nvPr/>
        </p:nvCxnSpPr>
        <p:spPr>
          <a:xfrm flipV="1">
            <a:off x="6432018" y="3167537"/>
            <a:ext cx="285122" cy="704596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rc 42">
            <a:extLst>
              <a:ext uri="{FF2B5EF4-FFF2-40B4-BE49-F238E27FC236}">
                <a16:creationId xmlns:a16="http://schemas.microsoft.com/office/drawing/2014/main" id="{9D71CFD8-4C73-7C23-99DC-6F06F04E62CF}"/>
              </a:ext>
            </a:extLst>
          </p:cNvPr>
          <p:cNvSpPr/>
          <p:nvPr/>
        </p:nvSpPr>
        <p:spPr>
          <a:xfrm>
            <a:off x="5969422" y="3174903"/>
            <a:ext cx="914400" cy="916972"/>
          </a:xfrm>
          <a:prstGeom prst="arc">
            <a:avLst>
              <a:gd name="adj1" fmla="val 14985669"/>
              <a:gd name="adj2" fmla="val 18254040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E25905-A595-75FF-85C7-34CCDE44C728}"/>
              </a:ext>
            </a:extLst>
          </p:cNvPr>
          <p:cNvSpPr txBox="1"/>
          <p:nvPr/>
        </p:nvSpPr>
        <p:spPr>
          <a:xfrm>
            <a:off x="6304863" y="1702501"/>
            <a:ext cx="614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latin typeface="Georgia" panose="02040502050405020303" pitchFamily="18" charset="0"/>
              </a:rPr>
              <a:t>1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311B30-22F7-259A-1FDE-BCDE5B30E569}"/>
              </a:ext>
            </a:extLst>
          </p:cNvPr>
          <p:cNvSpPr txBox="1"/>
          <p:nvPr/>
        </p:nvSpPr>
        <p:spPr>
          <a:xfrm>
            <a:off x="6304863" y="2892998"/>
            <a:ext cx="746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latin typeface="Georgia" panose="02040502050405020303" pitchFamily="18" charset="0"/>
              </a:rPr>
              <a:t>2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latin typeface="Georgia" panose="02040502050405020303" pitchFamily="18" charset="0"/>
              </a:rPr>
              <a:t>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E1D235-EF3F-A77E-0250-EEBBF44CB192}"/>
              </a:ext>
            </a:extLst>
          </p:cNvPr>
          <p:cNvCxnSpPr>
            <a:cxnSpLocks/>
          </p:cNvCxnSpPr>
          <p:nvPr/>
        </p:nvCxnSpPr>
        <p:spPr>
          <a:xfrm>
            <a:off x="5595730" y="2636677"/>
            <a:ext cx="0" cy="1022604"/>
          </a:xfrm>
          <a:prstGeom prst="straightConnector1">
            <a:avLst/>
          </a:prstGeom>
          <a:ln w="635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23AC7A9-4786-BBD7-680C-F940892182EB}"/>
              </a:ext>
            </a:extLst>
          </p:cNvPr>
          <p:cNvCxnSpPr>
            <a:cxnSpLocks/>
          </p:cNvCxnSpPr>
          <p:nvPr/>
        </p:nvCxnSpPr>
        <p:spPr>
          <a:xfrm>
            <a:off x="5491590" y="2636677"/>
            <a:ext cx="882915" cy="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91990D-7918-773C-A583-9DDB9261E53E}"/>
              </a:ext>
            </a:extLst>
          </p:cNvPr>
          <p:cNvCxnSpPr>
            <a:cxnSpLocks/>
          </p:cNvCxnSpPr>
          <p:nvPr/>
        </p:nvCxnSpPr>
        <p:spPr>
          <a:xfrm>
            <a:off x="5593502" y="3659281"/>
            <a:ext cx="0" cy="212852"/>
          </a:xfrm>
          <a:prstGeom prst="straightConnector1">
            <a:avLst/>
          </a:prstGeom>
          <a:ln w="635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5B899A6-4DFC-4AF9-94A8-70824E74411E}"/>
              </a:ext>
            </a:extLst>
          </p:cNvPr>
          <p:cNvCxnSpPr>
            <a:cxnSpLocks/>
          </p:cNvCxnSpPr>
          <p:nvPr/>
        </p:nvCxnSpPr>
        <p:spPr>
          <a:xfrm>
            <a:off x="5491590" y="3872133"/>
            <a:ext cx="882915" cy="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11D6C46-0BA7-8533-B066-8279A60214D7}"/>
              </a:ext>
            </a:extLst>
          </p:cNvPr>
          <p:cNvSpPr txBox="1"/>
          <p:nvPr/>
        </p:nvSpPr>
        <p:spPr>
          <a:xfrm>
            <a:off x="5311376" y="2955427"/>
            <a:ext cx="3561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4C8F12-3DBA-1E41-E08E-55AEF30E2B1D}"/>
              </a:ext>
            </a:extLst>
          </p:cNvPr>
          <p:cNvSpPr txBox="1"/>
          <p:nvPr/>
        </p:nvSpPr>
        <p:spPr>
          <a:xfrm>
            <a:off x="5227430" y="3564356"/>
            <a:ext cx="402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-z</a:t>
            </a:r>
            <a:r>
              <a:rPr lang="en-US" sz="1400" baseline="-25000" dirty="0">
                <a:latin typeface="Georgia" panose="02040502050405020303" pitchFamily="18" charset="0"/>
              </a:rPr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5308BE-4FFA-16FA-89D1-D12CD8738C93}"/>
              </a:ext>
            </a:extLst>
          </p:cNvPr>
          <p:cNvSpPr txBox="1"/>
          <p:nvPr/>
        </p:nvSpPr>
        <p:spPr>
          <a:xfrm>
            <a:off x="454378" y="2320167"/>
            <a:ext cx="3528745" cy="260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Parameter list:</a:t>
            </a:r>
          </a:p>
          <a:p>
            <a:endParaRPr lang="da-DK" sz="1400" dirty="0">
              <a:latin typeface="Georgia" panose="02040502050405020303" pitchFamily="18" charset="0"/>
            </a:endParaRPr>
          </a:p>
          <a:p>
            <a:r>
              <a:rPr lang="da-DK" sz="1400" dirty="0" err="1">
                <a:latin typeface="Georgia" panose="02040502050405020303" pitchFamily="18" charset="0"/>
              </a:rPr>
              <a:t>Pressure</a:t>
            </a:r>
            <a:r>
              <a:rPr lang="da-DK" sz="1400" dirty="0">
                <a:latin typeface="Georgia" panose="02040502050405020303" pitchFamily="18" charset="0"/>
              </a:rPr>
              <a:t>? :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P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P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r>
              <a:rPr lang="da-DK" sz="1400" dirty="0" err="1">
                <a:latin typeface="Georgia" panose="02040502050405020303" pitchFamily="18" charset="0"/>
              </a:rPr>
              <a:t>Apex</a:t>
            </a:r>
            <a:r>
              <a:rPr lang="da-DK" sz="1400" dirty="0">
                <a:latin typeface="Georgia" panose="02040502050405020303" pitchFamily="18" charset="0"/>
              </a:rPr>
              <a:t> angles: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da-DK" sz="1400" baseline="-25000" dirty="0">
                <a:latin typeface="Georgia" panose="02040502050405020303" pitchFamily="18" charset="0"/>
              </a:rPr>
              <a:t>,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endParaRPr lang="da-DK" sz="1400" dirty="0">
              <a:solidFill>
                <a:srgbClr val="0070C0"/>
              </a:solidFill>
              <a:latin typeface="Georgia" panose="02040502050405020303" pitchFamily="18" charset="0"/>
            </a:endParaRPr>
          </a:p>
          <a:p>
            <a:r>
              <a:rPr lang="da-DK" sz="1400" dirty="0" err="1">
                <a:latin typeface="Georgia" panose="02040502050405020303" pitchFamily="18" charset="0"/>
              </a:rPr>
              <a:t>Swirl</a:t>
            </a:r>
            <a:r>
              <a:rPr lang="da-DK" sz="1400" dirty="0">
                <a:latin typeface="Georgia" panose="02040502050405020303" pitchFamily="18" charset="0"/>
              </a:rPr>
              <a:t> angles: </a:t>
            </a:r>
            <a:r>
              <a:rPr lang="el-GR" sz="1400" dirty="0">
                <a:solidFill>
                  <a:srgbClr val="0070C0"/>
                </a:solidFill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baseline="-250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solidFill>
                  <a:srgbClr val="0070C0"/>
                </a:solidFill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r>
              <a:rPr lang="en-US" sz="1400" dirty="0">
                <a:latin typeface="Georgia" panose="02040502050405020303" pitchFamily="18" charset="0"/>
              </a:rPr>
              <a:t>Nozzles height: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endParaRPr lang="en-US" sz="1400" baseline="-25000" dirty="0">
              <a:latin typeface="Georgia" panose="02040502050405020303" pitchFamily="18" charset="0"/>
            </a:endParaRPr>
          </a:p>
          <a:p>
            <a:r>
              <a:rPr lang="en-US" sz="1400" dirty="0">
                <a:latin typeface="Georgia" panose="02040502050405020303" pitchFamily="18" charset="0"/>
              </a:rPr>
              <a:t>Jet diameter: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 and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in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r>
              <a:rPr lang="en-US" sz="1400" dirty="0">
                <a:latin typeface="Georgia" panose="02040502050405020303" pitchFamily="18" charset="0"/>
              </a:rPr>
              <a:t> and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in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endParaRPr lang="en-US" sz="1400" dirty="0">
              <a:solidFill>
                <a:srgbClr val="0070C0"/>
              </a:solidFill>
              <a:latin typeface="Georgia" panose="02040502050405020303" pitchFamily="18" charset="0"/>
            </a:endParaRPr>
          </a:p>
          <a:p>
            <a:r>
              <a:rPr lang="en-US" sz="1400" dirty="0">
                <a:latin typeface="Georgia" panose="02040502050405020303" pitchFamily="18" charset="0"/>
              </a:rPr>
              <a:t>Jet type: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discrete jets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annular slit</a:t>
            </a:r>
          </a:p>
          <a:p>
            <a:r>
              <a:rPr lang="en-US" sz="1400" dirty="0">
                <a:latin typeface="Georgia" panose="02040502050405020303" pitchFamily="18" charset="0"/>
              </a:rPr>
              <a:t>Jet </a:t>
            </a:r>
            <a:r>
              <a:rPr lang="en-US" sz="1400" dirty="0" err="1">
                <a:latin typeface="Georgia" panose="02040502050405020303" pitchFamily="18" charset="0"/>
              </a:rPr>
              <a:t>geom</a:t>
            </a:r>
            <a:r>
              <a:rPr lang="en-US" sz="1400" dirty="0">
                <a:latin typeface="Georgia" panose="02040502050405020303" pitchFamily="18" charset="0"/>
              </a:rPr>
              <a:t>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regular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Laval</a:t>
            </a:r>
          </a:p>
          <a:p>
            <a:endParaRPr lang="en-US" sz="1400" dirty="0">
              <a:latin typeface="Georgia" panose="02040502050405020303" pitchFamily="18" charset="0"/>
            </a:endParaRPr>
          </a:p>
          <a:p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75B391-B39E-7E73-F8FE-169AF1C446B4}"/>
              </a:ext>
            </a:extLst>
          </p:cNvPr>
          <p:cNvSpPr txBox="1"/>
          <p:nvPr/>
        </p:nvSpPr>
        <p:spPr>
          <a:xfrm>
            <a:off x="7087384" y="3084907"/>
            <a:ext cx="838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Stage 2</a:t>
            </a:r>
            <a:endParaRPr lang="en-US" sz="1400" baseline="-25000" dirty="0">
              <a:latin typeface="Georgia" panose="02040502050405020303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A67DB9D-2704-11B4-1AD4-9726C0FDCFDF}"/>
              </a:ext>
            </a:extLst>
          </p:cNvPr>
          <p:cNvSpPr txBox="1"/>
          <p:nvPr/>
        </p:nvSpPr>
        <p:spPr>
          <a:xfrm>
            <a:off x="7087383" y="1849678"/>
            <a:ext cx="747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Stage 1</a:t>
            </a:r>
            <a:endParaRPr lang="en-US" sz="1400" baseline="-25000" dirty="0">
              <a:latin typeface="Georgia" panose="02040502050405020303" pitchFamily="18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A52C7B-DF91-E94D-BB62-7F93B0BC4603}"/>
              </a:ext>
            </a:extLst>
          </p:cNvPr>
          <p:cNvSpPr/>
          <p:nvPr/>
        </p:nvSpPr>
        <p:spPr>
          <a:xfrm>
            <a:off x="8928114" y="1882601"/>
            <a:ext cx="523875" cy="155448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F8C0C-159D-6ED8-EF54-23A29855C9AA}"/>
              </a:ext>
            </a:extLst>
          </p:cNvPr>
          <p:cNvSpPr/>
          <p:nvPr/>
        </p:nvSpPr>
        <p:spPr>
          <a:xfrm>
            <a:off x="9098611" y="1882600"/>
            <a:ext cx="182880" cy="155448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7EF851B-FA61-93EA-189E-635DDBC0844C}"/>
              </a:ext>
            </a:extLst>
          </p:cNvPr>
          <p:cNvSpPr/>
          <p:nvPr/>
        </p:nvSpPr>
        <p:spPr>
          <a:xfrm>
            <a:off x="9471038" y="2304790"/>
            <a:ext cx="1335006" cy="895985"/>
          </a:xfrm>
          <a:custGeom>
            <a:avLst/>
            <a:gdLst>
              <a:gd name="csX0" fmla="*/ 556954 w 1335006"/>
              <a:gd name="csY0" fmla="*/ 0 h 895985"/>
              <a:gd name="csX1" fmla="*/ 1335006 w 1335006"/>
              <a:gd name="csY1" fmla="*/ 0 h 895985"/>
              <a:gd name="csX2" fmla="*/ 1335006 w 1335006"/>
              <a:gd name="csY2" fmla="*/ 895985 h 895985"/>
              <a:gd name="csX3" fmla="*/ 427157 w 1335006"/>
              <a:gd name="csY3" fmla="*/ 895985 h 895985"/>
              <a:gd name="csX4" fmla="*/ 0 w 1335006"/>
              <a:gd name="csY4" fmla="*/ 0 h 895985"/>
              <a:gd name="csX5" fmla="*/ 295745 w 1335006"/>
              <a:gd name="csY5" fmla="*/ 0 h 895985"/>
              <a:gd name="csX6" fmla="*/ 165947 w 1335006"/>
              <a:gd name="csY6" fmla="*/ 895985 h 895985"/>
              <a:gd name="csX7" fmla="*/ 0 w 1335006"/>
              <a:gd name="csY7" fmla="*/ 895985 h 8959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35006" h="895985">
                <a:moveTo>
                  <a:pt x="556954" y="0"/>
                </a:moveTo>
                <a:lnTo>
                  <a:pt x="1335006" y="0"/>
                </a:lnTo>
                <a:lnTo>
                  <a:pt x="1335006" y="895985"/>
                </a:lnTo>
                <a:lnTo>
                  <a:pt x="427157" y="895985"/>
                </a:lnTo>
                <a:close/>
                <a:moveTo>
                  <a:pt x="0" y="0"/>
                </a:moveTo>
                <a:lnTo>
                  <a:pt x="295745" y="0"/>
                </a:lnTo>
                <a:lnTo>
                  <a:pt x="165947" y="895985"/>
                </a:lnTo>
                <a:lnTo>
                  <a:pt x="0" y="895985"/>
                </a:lnTo>
                <a:close/>
              </a:path>
            </a:pathLst>
          </a:custGeom>
          <a:solidFill>
            <a:srgbClr val="D9D9D9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a-DK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7E3B9DE-9079-A099-38E5-C5B772B5A5CA}"/>
              </a:ext>
            </a:extLst>
          </p:cNvPr>
          <p:cNvCxnSpPr>
            <a:cxnSpLocks/>
          </p:cNvCxnSpPr>
          <p:nvPr/>
        </p:nvCxnSpPr>
        <p:spPr>
          <a:xfrm flipV="1">
            <a:off x="9763985" y="2045461"/>
            <a:ext cx="39725" cy="27422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E4047E81-6EBA-F9AB-6E50-364F4A41FA28}"/>
              </a:ext>
            </a:extLst>
          </p:cNvPr>
          <p:cNvCxnSpPr>
            <a:cxnSpLocks/>
          </p:cNvCxnSpPr>
          <p:nvPr/>
        </p:nvCxnSpPr>
        <p:spPr>
          <a:xfrm flipV="1">
            <a:off x="10024203" y="2095485"/>
            <a:ext cx="30988" cy="213909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D84A89D-EEEF-BFE8-5D32-95FCBBB9092A}"/>
              </a:ext>
            </a:extLst>
          </p:cNvPr>
          <p:cNvCxnSpPr>
            <a:cxnSpLocks/>
          </p:cNvCxnSpPr>
          <p:nvPr/>
        </p:nvCxnSpPr>
        <p:spPr>
          <a:xfrm>
            <a:off x="9798948" y="2100247"/>
            <a:ext cx="251481" cy="37856"/>
          </a:xfrm>
          <a:prstGeom prst="straightConnector1">
            <a:avLst/>
          </a:prstGeom>
          <a:ln w="63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A0BDDE-4492-FAB5-39EF-EE58FA872715}"/>
              </a:ext>
            </a:extLst>
          </p:cNvPr>
          <p:cNvCxnSpPr>
            <a:cxnSpLocks/>
            <a:endCxn id="74" idx="0"/>
          </p:cNvCxnSpPr>
          <p:nvPr/>
        </p:nvCxnSpPr>
        <p:spPr>
          <a:xfrm flipV="1">
            <a:off x="9190051" y="1882600"/>
            <a:ext cx="0" cy="1723564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691EC6A-C32A-FE15-457B-D6D493B4847E}"/>
              </a:ext>
            </a:extLst>
          </p:cNvPr>
          <p:cNvCxnSpPr>
            <a:cxnSpLocks/>
            <a:endCxn id="78" idx="6"/>
          </p:cNvCxnSpPr>
          <p:nvPr/>
        </p:nvCxnSpPr>
        <p:spPr>
          <a:xfrm flipV="1">
            <a:off x="9634233" y="3200775"/>
            <a:ext cx="2752" cy="405389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AD9317F-C470-9D26-24AE-A6254B01C4A3}"/>
              </a:ext>
            </a:extLst>
          </p:cNvPr>
          <p:cNvCxnSpPr>
            <a:cxnSpLocks/>
          </p:cNvCxnSpPr>
          <p:nvPr/>
        </p:nvCxnSpPr>
        <p:spPr>
          <a:xfrm>
            <a:off x="9190051" y="3532152"/>
            <a:ext cx="44418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1D091A29-55B4-F7C5-8B0C-8ED511ABFE8F}"/>
              </a:ext>
            </a:extLst>
          </p:cNvPr>
          <p:cNvSpPr txBox="1"/>
          <p:nvPr/>
        </p:nvSpPr>
        <p:spPr>
          <a:xfrm>
            <a:off x="9763985" y="1774910"/>
            <a:ext cx="496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5C56344-F1A1-8CCA-A161-0C984304F066}"/>
              </a:ext>
            </a:extLst>
          </p:cNvPr>
          <p:cNvSpPr txBox="1"/>
          <p:nvPr/>
        </p:nvSpPr>
        <p:spPr>
          <a:xfrm>
            <a:off x="9146692" y="3518314"/>
            <a:ext cx="565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latin typeface="Georgia" panose="02040502050405020303" pitchFamily="18" charset="0"/>
              </a:rPr>
              <a:t>in</a:t>
            </a:r>
            <a:r>
              <a:rPr lang="en-US" sz="1400" dirty="0"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1877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</TotalTime>
  <Words>84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Georgia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Reymond</dc:creator>
  <cp:lastModifiedBy>Hugo Reymond</cp:lastModifiedBy>
  <cp:revision>10</cp:revision>
  <dcterms:created xsi:type="dcterms:W3CDTF">2026-07-03T08:41:37Z</dcterms:created>
  <dcterms:modified xsi:type="dcterms:W3CDTF">2026-07-03T20:03:09Z</dcterms:modified>
</cp:coreProperties>
</file>